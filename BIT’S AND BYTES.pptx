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0" r:id="rId1"/>
  </p:sldMasterIdLst>
  <p:sldIdLst>
    <p:sldId id="256" r:id="rId2"/>
    <p:sldId id="259" r:id="rId3"/>
    <p:sldId id="257" r:id="rId4"/>
    <p:sldId id="258"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2F4E3A-DAD5-4E3B-AFFF-3386906EB559}" v="25" dt="2024-09-15T08:00:54.5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89" d="100"/>
          <a:sy n="89" d="100"/>
        </p:scale>
        <p:origin x="4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agavi venkatesan" userId="e64614c9b4bfebb7" providerId="LiveId" clId="{AAE1CE8B-578F-46AE-B329-6004FF9783C1}"/>
    <pc:docChg chg="undo custSel delSld modSld">
      <pc:chgData name="raagavi venkatesan" userId="e64614c9b4bfebb7" providerId="LiveId" clId="{AAE1CE8B-578F-46AE-B329-6004FF9783C1}" dt="2024-08-04T05:57:45.345" v="64" actId="688"/>
      <pc:docMkLst>
        <pc:docMk/>
      </pc:docMkLst>
      <pc:sldChg chg="addSp modSp mod">
        <pc:chgData name="raagavi venkatesan" userId="e64614c9b4bfebb7" providerId="LiveId" clId="{AAE1CE8B-578F-46AE-B329-6004FF9783C1}" dt="2024-08-04T05:57:45.345" v="64" actId="688"/>
        <pc:sldMkLst>
          <pc:docMk/>
          <pc:sldMk cId="3387575883" sldId="256"/>
        </pc:sldMkLst>
        <pc:spChg chg="mod">
          <ac:chgData name="raagavi venkatesan" userId="e64614c9b4bfebb7" providerId="LiveId" clId="{AAE1CE8B-578F-46AE-B329-6004FF9783C1}" dt="2024-08-04T05:57:45.345" v="64" actId="688"/>
          <ac:spMkLst>
            <pc:docMk/>
            <pc:sldMk cId="3387575883" sldId="256"/>
            <ac:spMk id="38" creationId="{17B34A9B-DF94-E4CA-9D43-D0FBD4C01FF0}"/>
          </ac:spMkLst>
        </pc:spChg>
        <pc:spChg chg="mod">
          <ac:chgData name="raagavi venkatesan" userId="e64614c9b4bfebb7" providerId="LiveId" clId="{AAE1CE8B-578F-46AE-B329-6004FF9783C1}" dt="2024-08-04T05:56:48.170" v="63" actId="1076"/>
          <ac:spMkLst>
            <pc:docMk/>
            <pc:sldMk cId="3387575883" sldId="256"/>
            <ac:spMk id="39" creationId="{E1800E8D-8A24-03C4-4B78-FCE506603385}"/>
          </ac:spMkLst>
        </pc:spChg>
        <pc:picChg chg="add mod">
          <ac:chgData name="raagavi venkatesan" userId="e64614c9b4bfebb7" providerId="LiveId" clId="{AAE1CE8B-578F-46AE-B329-6004FF9783C1}" dt="2024-08-04T05:56:10.881" v="62" actId="1076"/>
          <ac:picMkLst>
            <pc:docMk/>
            <pc:sldMk cId="3387575883" sldId="256"/>
            <ac:picMk id="3" creationId="{DC4FCEBB-F737-3377-CB5F-AFFE493D3C59}"/>
          </ac:picMkLst>
        </pc:picChg>
      </pc:sldChg>
      <pc:sldChg chg="modSp mod">
        <pc:chgData name="raagavi venkatesan" userId="e64614c9b4bfebb7" providerId="LiveId" clId="{AAE1CE8B-578F-46AE-B329-6004FF9783C1}" dt="2024-08-04T05:42:39.126" v="16" actId="14861"/>
        <pc:sldMkLst>
          <pc:docMk/>
          <pc:sldMk cId="3851012350" sldId="259"/>
        </pc:sldMkLst>
        <pc:spChg chg="mod">
          <ac:chgData name="raagavi venkatesan" userId="e64614c9b4bfebb7" providerId="LiveId" clId="{AAE1CE8B-578F-46AE-B329-6004FF9783C1}" dt="2024-08-04T05:42:39.126" v="16" actId="14861"/>
          <ac:spMkLst>
            <pc:docMk/>
            <pc:sldMk cId="3851012350" sldId="259"/>
            <ac:spMk id="16" creationId="{A9473E56-FCC2-9897-CD60-15B432153639}"/>
          </ac:spMkLst>
        </pc:spChg>
        <pc:grpChg chg="mod">
          <ac:chgData name="raagavi venkatesan" userId="e64614c9b4bfebb7" providerId="LiveId" clId="{AAE1CE8B-578F-46AE-B329-6004FF9783C1}" dt="2024-08-04T05:40:00.769" v="2" actId="14861"/>
          <ac:grpSpMkLst>
            <pc:docMk/>
            <pc:sldMk cId="3851012350" sldId="259"/>
            <ac:grpSpMk id="18" creationId="{3E697C64-5A2D-4F47-C5E0-4F319C23DBC7}"/>
          </ac:grpSpMkLst>
        </pc:grpChg>
      </pc:sldChg>
      <pc:sldChg chg="del">
        <pc:chgData name="raagavi venkatesan" userId="e64614c9b4bfebb7" providerId="LiveId" clId="{AAE1CE8B-578F-46AE-B329-6004FF9783C1}" dt="2024-08-04T05:39:15.190" v="0" actId="47"/>
        <pc:sldMkLst>
          <pc:docMk/>
          <pc:sldMk cId="4048262102" sldId="262"/>
        </pc:sldMkLst>
      </pc:sldChg>
    </pc:docChg>
  </pc:docChgLst>
  <pc:docChgLst>
    <pc:chgData name="raagavi venkatesan" userId="e64614c9b4bfebb7" providerId="LiveId" clId="{0A2F4E3A-DAD5-4E3B-AFFF-3386906EB559}"/>
    <pc:docChg chg="undo custSel addSld modSld">
      <pc:chgData name="raagavi venkatesan" userId="e64614c9b4bfebb7" providerId="LiveId" clId="{0A2F4E3A-DAD5-4E3B-AFFF-3386906EB559}" dt="2024-09-15T08:03:54.502" v="1592" actId="1076"/>
      <pc:docMkLst>
        <pc:docMk/>
      </pc:docMkLst>
      <pc:sldChg chg="addSp modSp new mod">
        <pc:chgData name="raagavi venkatesan" userId="e64614c9b4bfebb7" providerId="LiveId" clId="{0A2F4E3A-DAD5-4E3B-AFFF-3386906EB559}" dt="2024-09-15T07:56:00.800" v="1163" actId="313"/>
        <pc:sldMkLst>
          <pc:docMk/>
          <pc:sldMk cId="3908326411" sldId="262"/>
        </pc:sldMkLst>
        <pc:spChg chg="add mod">
          <ac:chgData name="raagavi venkatesan" userId="e64614c9b4bfebb7" providerId="LiveId" clId="{0A2F4E3A-DAD5-4E3B-AFFF-3386906EB559}" dt="2024-09-15T07:56:00.800" v="1163" actId="313"/>
          <ac:spMkLst>
            <pc:docMk/>
            <pc:sldMk cId="3908326411" sldId="262"/>
            <ac:spMk id="2" creationId="{157B7CAB-1C7B-9EDB-87DE-DFF88EC8E907}"/>
          </ac:spMkLst>
        </pc:spChg>
        <pc:spChg chg="add mod">
          <ac:chgData name="raagavi venkatesan" userId="e64614c9b4bfebb7" providerId="LiveId" clId="{0A2F4E3A-DAD5-4E3B-AFFF-3386906EB559}" dt="2024-09-15T07:55:22.025" v="1159" actId="122"/>
          <ac:spMkLst>
            <pc:docMk/>
            <pc:sldMk cId="3908326411" sldId="262"/>
            <ac:spMk id="3" creationId="{45652D78-C681-49E8-BA5E-A813BBA1B093}"/>
          </ac:spMkLst>
        </pc:spChg>
        <pc:spChg chg="add mod">
          <ac:chgData name="raagavi venkatesan" userId="e64614c9b4bfebb7" providerId="LiveId" clId="{0A2F4E3A-DAD5-4E3B-AFFF-3386906EB559}" dt="2024-09-15T07:55:28.079" v="1160" actId="122"/>
          <ac:spMkLst>
            <pc:docMk/>
            <pc:sldMk cId="3908326411" sldId="262"/>
            <ac:spMk id="4" creationId="{6B512F0F-F86F-1091-588B-358119CC2518}"/>
          </ac:spMkLst>
        </pc:spChg>
        <pc:spChg chg="add mod">
          <ac:chgData name="raagavi venkatesan" userId="e64614c9b4bfebb7" providerId="LiveId" clId="{0A2F4E3A-DAD5-4E3B-AFFF-3386906EB559}" dt="2024-09-15T07:54:33.484" v="1145" actId="2711"/>
          <ac:spMkLst>
            <pc:docMk/>
            <pc:sldMk cId="3908326411" sldId="262"/>
            <ac:spMk id="5" creationId="{D235D672-2B0A-BC3D-9DD5-D62BC6042C9E}"/>
          </ac:spMkLst>
        </pc:spChg>
        <pc:spChg chg="add mod">
          <ac:chgData name="raagavi venkatesan" userId="e64614c9b4bfebb7" providerId="LiveId" clId="{0A2F4E3A-DAD5-4E3B-AFFF-3386906EB559}" dt="2024-09-15T07:54:41.677" v="1148" actId="2711"/>
          <ac:spMkLst>
            <pc:docMk/>
            <pc:sldMk cId="3908326411" sldId="262"/>
            <ac:spMk id="6" creationId="{EC25B7E9-C10C-7CFC-3AE7-6245C8241804}"/>
          </ac:spMkLst>
        </pc:spChg>
      </pc:sldChg>
      <pc:sldChg chg="addSp delSp modSp new mod">
        <pc:chgData name="raagavi venkatesan" userId="e64614c9b4bfebb7" providerId="LiveId" clId="{0A2F4E3A-DAD5-4E3B-AFFF-3386906EB559}" dt="2024-09-15T08:03:54.502" v="1592" actId="1076"/>
        <pc:sldMkLst>
          <pc:docMk/>
          <pc:sldMk cId="1684521770" sldId="263"/>
        </pc:sldMkLst>
        <pc:spChg chg="add mod">
          <ac:chgData name="raagavi venkatesan" userId="e64614c9b4bfebb7" providerId="LiveId" clId="{0A2F4E3A-DAD5-4E3B-AFFF-3386906EB559}" dt="2024-09-15T07:59:26.878" v="1189" actId="1076"/>
          <ac:spMkLst>
            <pc:docMk/>
            <pc:sldMk cId="1684521770" sldId="263"/>
            <ac:spMk id="92" creationId="{40AD1570-89C9-0215-9350-EB69E4F61747}"/>
          </ac:spMkLst>
        </pc:spChg>
        <pc:spChg chg="add mod">
          <ac:chgData name="raagavi venkatesan" userId="e64614c9b4bfebb7" providerId="LiveId" clId="{0A2F4E3A-DAD5-4E3B-AFFF-3386906EB559}" dt="2024-09-15T08:00:45.934" v="1222" actId="207"/>
          <ac:spMkLst>
            <pc:docMk/>
            <pc:sldMk cId="1684521770" sldId="263"/>
            <ac:spMk id="93" creationId="{75C901F7-CD12-0FC3-1DCA-AFABEEFB29E7}"/>
          </ac:spMkLst>
        </pc:spChg>
        <pc:spChg chg="add mod">
          <ac:chgData name="raagavi venkatesan" userId="e64614c9b4bfebb7" providerId="LiveId" clId="{0A2F4E3A-DAD5-4E3B-AFFF-3386906EB559}" dt="2024-09-15T08:03:54.502" v="1592" actId="1076"/>
          <ac:spMkLst>
            <pc:docMk/>
            <pc:sldMk cId="1684521770" sldId="263"/>
            <ac:spMk id="94" creationId="{D06AB091-056A-03EF-2AC4-B3DADB746553}"/>
          </ac:spMkLst>
        </pc:spChg>
        <pc:grpChg chg="add mod">
          <ac:chgData name="raagavi venkatesan" userId="e64614c9b4bfebb7" providerId="LiveId" clId="{0A2F4E3A-DAD5-4E3B-AFFF-3386906EB559}" dt="2024-09-15T07:57:07.539" v="1165"/>
          <ac:grpSpMkLst>
            <pc:docMk/>
            <pc:sldMk cId="1684521770" sldId="263"/>
            <ac:grpSpMk id="2" creationId="{54CDF0D0-DEB0-8EB8-7633-353A7A9E4C79}"/>
          </ac:grpSpMkLst>
        </pc:grpChg>
        <pc:grpChg chg="add mod">
          <ac:chgData name="raagavi venkatesan" userId="e64614c9b4bfebb7" providerId="LiveId" clId="{0A2F4E3A-DAD5-4E3B-AFFF-3386906EB559}" dt="2024-09-15T07:59:43.292" v="1191" actId="14100"/>
          <ac:grpSpMkLst>
            <pc:docMk/>
            <pc:sldMk cId="1684521770" sldId="263"/>
            <ac:grpSpMk id="31" creationId="{A73A457E-A4B1-0298-A926-28CA3DFC8937}"/>
          </ac:grpSpMkLst>
        </pc:grpChg>
        <pc:grpChg chg="add mod">
          <ac:chgData name="raagavi venkatesan" userId="e64614c9b4bfebb7" providerId="LiveId" clId="{0A2F4E3A-DAD5-4E3B-AFFF-3386906EB559}" dt="2024-09-15T07:57:25.096" v="1168"/>
          <ac:grpSpMkLst>
            <pc:docMk/>
            <pc:sldMk cId="1684521770" sldId="263"/>
            <ac:grpSpMk id="61" creationId="{AD640D7E-2A75-E359-4F3F-04444D15D1D4}"/>
          </ac:grpSpMkLst>
        </pc:grpChg>
        <pc:picChg chg="mod">
          <ac:chgData name="raagavi venkatesan" userId="e64614c9b4bfebb7" providerId="LiveId" clId="{0A2F4E3A-DAD5-4E3B-AFFF-3386906EB559}" dt="2024-09-15T07:57:07.539" v="1165"/>
          <ac:picMkLst>
            <pc:docMk/>
            <pc:sldMk cId="1684521770" sldId="263"/>
            <ac:picMk id="3" creationId="{6255CADC-1619-705D-1C0A-21A6DBC81BAE}"/>
          </ac:picMkLst>
        </pc:picChg>
        <pc:picChg chg="mod">
          <ac:chgData name="raagavi venkatesan" userId="e64614c9b4bfebb7" providerId="LiveId" clId="{0A2F4E3A-DAD5-4E3B-AFFF-3386906EB559}" dt="2024-09-15T07:57:07.539" v="1165"/>
          <ac:picMkLst>
            <pc:docMk/>
            <pc:sldMk cId="1684521770" sldId="263"/>
            <ac:picMk id="4" creationId="{E58EB529-1D48-9CA9-0961-3A0B2DCEA105}"/>
          </ac:picMkLst>
        </pc:picChg>
        <pc:picChg chg="mod">
          <ac:chgData name="raagavi venkatesan" userId="e64614c9b4bfebb7" providerId="LiveId" clId="{0A2F4E3A-DAD5-4E3B-AFFF-3386906EB559}" dt="2024-09-15T07:57:07.539" v="1165"/>
          <ac:picMkLst>
            <pc:docMk/>
            <pc:sldMk cId="1684521770" sldId="263"/>
            <ac:picMk id="5" creationId="{C9F414D2-5599-F884-014C-0717E482595B}"/>
          </ac:picMkLst>
        </pc:picChg>
        <pc:picChg chg="mod">
          <ac:chgData name="raagavi venkatesan" userId="e64614c9b4bfebb7" providerId="LiveId" clId="{0A2F4E3A-DAD5-4E3B-AFFF-3386906EB559}" dt="2024-09-15T07:57:07.539" v="1165"/>
          <ac:picMkLst>
            <pc:docMk/>
            <pc:sldMk cId="1684521770" sldId="263"/>
            <ac:picMk id="6" creationId="{AE2D3978-B5AC-3EC6-DB75-D9958DCCA8A9}"/>
          </ac:picMkLst>
        </pc:picChg>
        <pc:picChg chg="mod">
          <ac:chgData name="raagavi venkatesan" userId="e64614c9b4bfebb7" providerId="LiveId" clId="{0A2F4E3A-DAD5-4E3B-AFFF-3386906EB559}" dt="2024-09-15T07:57:07.539" v="1165"/>
          <ac:picMkLst>
            <pc:docMk/>
            <pc:sldMk cId="1684521770" sldId="263"/>
            <ac:picMk id="7" creationId="{30373C8F-9882-1761-7C0E-57D6B58E8245}"/>
          </ac:picMkLst>
        </pc:picChg>
        <pc:picChg chg="mod">
          <ac:chgData name="raagavi venkatesan" userId="e64614c9b4bfebb7" providerId="LiveId" clId="{0A2F4E3A-DAD5-4E3B-AFFF-3386906EB559}" dt="2024-09-15T07:57:07.539" v="1165"/>
          <ac:picMkLst>
            <pc:docMk/>
            <pc:sldMk cId="1684521770" sldId="263"/>
            <ac:picMk id="8" creationId="{7ADC9091-0A8A-5856-149A-7361E22C8BBF}"/>
          </ac:picMkLst>
        </pc:picChg>
        <pc:picChg chg="mod">
          <ac:chgData name="raagavi venkatesan" userId="e64614c9b4bfebb7" providerId="LiveId" clId="{0A2F4E3A-DAD5-4E3B-AFFF-3386906EB559}" dt="2024-09-15T07:57:07.539" v="1165"/>
          <ac:picMkLst>
            <pc:docMk/>
            <pc:sldMk cId="1684521770" sldId="263"/>
            <ac:picMk id="9" creationId="{07711E4A-CF16-E300-366C-9F8385BF4634}"/>
          </ac:picMkLst>
        </pc:picChg>
        <pc:picChg chg="mod">
          <ac:chgData name="raagavi venkatesan" userId="e64614c9b4bfebb7" providerId="LiveId" clId="{0A2F4E3A-DAD5-4E3B-AFFF-3386906EB559}" dt="2024-09-15T07:57:07.539" v="1165"/>
          <ac:picMkLst>
            <pc:docMk/>
            <pc:sldMk cId="1684521770" sldId="263"/>
            <ac:picMk id="10" creationId="{0DDB9C54-2137-8FD9-FD14-4AA9504B958B}"/>
          </ac:picMkLst>
        </pc:picChg>
        <pc:picChg chg="mod">
          <ac:chgData name="raagavi venkatesan" userId="e64614c9b4bfebb7" providerId="LiveId" clId="{0A2F4E3A-DAD5-4E3B-AFFF-3386906EB559}" dt="2024-09-15T07:57:07.539" v="1165"/>
          <ac:picMkLst>
            <pc:docMk/>
            <pc:sldMk cId="1684521770" sldId="263"/>
            <ac:picMk id="11" creationId="{CAE46AA8-352A-B105-5E0F-52395D2CA648}"/>
          </ac:picMkLst>
        </pc:picChg>
        <pc:picChg chg="mod">
          <ac:chgData name="raagavi venkatesan" userId="e64614c9b4bfebb7" providerId="LiveId" clId="{0A2F4E3A-DAD5-4E3B-AFFF-3386906EB559}" dt="2024-09-15T07:57:07.539" v="1165"/>
          <ac:picMkLst>
            <pc:docMk/>
            <pc:sldMk cId="1684521770" sldId="263"/>
            <ac:picMk id="12" creationId="{7342CA64-02A7-EDC6-382D-53C472ADBCE2}"/>
          </ac:picMkLst>
        </pc:picChg>
        <pc:picChg chg="mod">
          <ac:chgData name="raagavi venkatesan" userId="e64614c9b4bfebb7" providerId="LiveId" clId="{0A2F4E3A-DAD5-4E3B-AFFF-3386906EB559}" dt="2024-09-15T07:57:07.539" v="1165"/>
          <ac:picMkLst>
            <pc:docMk/>
            <pc:sldMk cId="1684521770" sldId="263"/>
            <ac:picMk id="13" creationId="{93C8884D-AD6A-FE24-2D6F-BA6102AA728C}"/>
          </ac:picMkLst>
        </pc:picChg>
        <pc:picChg chg="mod">
          <ac:chgData name="raagavi venkatesan" userId="e64614c9b4bfebb7" providerId="LiveId" clId="{0A2F4E3A-DAD5-4E3B-AFFF-3386906EB559}" dt="2024-09-15T07:57:07.539" v="1165"/>
          <ac:picMkLst>
            <pc:docMk/>
            <pc:sldMk cId="1684521770" sldId="263"/>
            <ac:picMk id="14" creationId="{DF426386-C703-3BEF-7F72-D2F7831C2DCB}"/>
          </ac:picMkLst>
        </pc:picChg>
        <pc:picChg chg="mod">
          <ac:chgData name="raagavi venkatesan" userId="e64614c9b4bfebb7" providerId="LiveId" clId="{0A2F4E3A-DAD5-4E3B-AFFF-3386906EB559}" dt="2024-09-15T07:57:07.539" v="1165"/>
          <ac:picMkLst>
            <pc:docMk/>
            <pc:sldMk cId="1684521770" sldId="263"/>
            <ac:picMk id="15" creationId="{93093724-E175-D462-7F26-D4FAE92766D8}"/>
          </ac:picMkLst>
        </pc:picChg>
        <pc:picChg chg="mod">
          <ac:chgData name="raagavi venkatesan" userId="e64614c9b4bfebb7" providerId="LiveId" clId="{0A2F4E3A-DAD5-4E3B-AFFF-3386906EB559}" dt="2024-09-15T07:57:07.539" v="1165"/>
          <ac:picMkLst>
            <pc:docMk/>
            <pc:sldMk cId="1684521770" sldId="263"/>
            <ac:picMk id="16" creationId="{FEEE587B-B7A0-4023-F25F-B5A39E35C932}"/>
          </ac:picMkLst>
        </pc:picChg>
        <pc:picChg chg="mod">
          <ac:chgData name="raagavi venkatesan" userId="e64614c9b4bfebb7" providerId="LiveId" clId="{0A2F4E3A-DAD5-4E3B-AFFF-3386906EB559}" dt="2024-09-15T07:57:07.539" v="1165"/>
          <ac:picMkLst>
            <pc:docMk/>
            <pc:sldMk cId="1684521770" sldId="263"/>
            <ac:picMk id="17" creationId="{8F8F6488-7EC2-3435-FD73-DB74ED640524}"/>
          </ac:picMkLst>
        </pc:picChg>
        <pc:picChg chg="mod">
          <ac:chgData name="raagavi venkatesan" userId="e64614c9b4bfebb7" providerId="LiveId" clId="{0A2F4E3A-DAD5-4E3B-AFFF-3386906EB559}" dt="2024-09-15T07:57:07.539" v="1165"/>
          <ac:picMkLst>
            <pc:docMk/>
            <pc:sldMk cId="1684521770" sldId="263"/>
            <ac:picMk id="18" creationId="{D8DF99B1-8DB3-37E9-3BF0-A0870A87E791}"/>
          </ac:picMkLst>
        </pc:picChg>
        <pc:picChg chg="mod">
          <ac:chgData name="raagavi venkatesan" userId="e64614c9b4bfebb7" providerId="LiveId" clId="{0A2F4E3A-DAD5-4E3B-AFFF-3386906EB559}" dt="2024-09-15T07:57:07.539" v="1165"/>
          <ac:picMkLst>
            <pc:docMk/>
            <pc:sldMk cId="1684521770" sldId="263"/>
            <ac:picMk id="19" creationId="{FDB88AFE-B423-A342-0A14-B214ACBA1F9A}"/>
          </ac:picMkLst>
        </pc:picChg>
        <pc:picChg chg="mod">
          <ac:chgData name="raagavi venkatesan" userId="e64614c9b4bfebb7" providerId="LiveId" clId="{0A2F4E3A-DAD5-4E3B-AFFF-3386906EB559}" dt="2024-09-15T07:57:07.539" v="1165"/>
          <ac:picMkLst>
            <pc:docMk/>
            <pc:sldMk cId="1684521770" sldId="263"/>
            <ac:picMk id="20" creationId="{79A7B6FC-0F89-CD4E-0EB3-167C73770806}"/>
          </ac:picMkLst>
        </pc:picChg>
        <pc:picChg chg="mod">
          <ac:chgData name="raagavi venkatesan" userId="e64614c9b4bfebb7" providerId="LiveId" clId="{0A2F4E3A-DAD5-4E3B-AFFF-3386906EB559}" dt="2024-09-15T07:57:07.539" v="1165"/>
          <ac:picMkLst>
            <pc:docMk/>
            <pc:sldMk cId="1684521770" sldId="263"/>
            <ac:picMk id="21" creationId="{C4A88E0A-0390-702A-3910-917623BC5C72}"/>
          </ac:picMkLst>
        </pc:picChg>
        <pc:picChg chg="mod">
          <ac:chgData name="raagavi venkatesan" userId="e64614c9b4bfebb7" providerId="LiveId" clId="{0A2F4E3A-DAD5-4E3B-AFFF-3386906EB559}" dt="2024-09-15T07:57:07.539" v="1165"/>
          <ac:picMkLst>
            <pc:docMk/>
            <pc:sldMk cId="1684521770" sldId="263"/>
            <ac:picMk id="22" creationId="{A76EFFDA-801F-8F98-314E-35CC72ED56C1}"/>
          </ac:picMkLst>
        </pc:picChg>
        <pc:picChg chg="mod">
          <ac:chgData name="raagavi venkatesan" userId="e64614c9b4bfebb7" providerId="LiveId" clId="{0A2F4E3A-DAD5-4E3B-AFFF-3386906EB559}" dt="2024-09-15T07:57:07.539" v="1165"/>
          <ac:picMkLst>
            <pc:docMk/>
            <pc:sldMk cId="1684521770" sldId="263"/>
            <ac:picMk id="23" creationId="{5A16397B-E418-9FD4-D34B-085015B1F465}"/>
          </ac:picMkLst>
        </pc:picChg>
        <pc:picChg chg="mod">
          <ac:chgData name="raagavi venkatesan" userId="e64614c9b4bfebb7" providerId="LiveId" clId="{0A2F4E3A-DAD5-4E3B-AFFF-3386906EB559}" dt="2024-09-15T07:57:07.539" v="1165"/>
          <ac:picMkLst>
            <pc:docMk/>
            <pc:sldMk cId="1684521770" sldId="263"/>
            <ac:picMk id="24" creationId="{CFD6A40A-F4AA-ED30-688F-70D5842C90B8}"/>
          </ac:picMkLst>
        </pc:picChg>
        <pc:picChg chg="mod">
          <ac:chgData name="raagavi venkatesan" userId="e64614c9b4bfebb7" providerId="LiveId" clId="{0A2F4E3A-DAD5-4E3B-AFFF-3386906EB559}" dt="2024-09-15T07:57:07.539" v="1165"/>
          <ac:picMkLst>
            <pc:docMk/>
            <pc:sldMk cId="1684521770" sldId="263"/>
            <ac:picMk id="25" creationId="{44A01010-E223-9F74-582D-CC661A76CAF9}"/>
          </ac:picMkLst>
        </pc:picChg>
        <pc:picChg chg="mod">
          <ac:chgData name="raagavi venkatesan" userId="e64614c9b4bfebb7" providerId="LiveId" clId="{0A2F4E3A-DAD5-4E3B-AFFF-3386906EB559}" dt="2024-09-15T07:57:07.539" v="1165"/>
          <ac:picMkLst>
            <pc:docMk/>
            <pc:sldMk cId="1684521770" sldId="263"/>
            <ac:picMk id="26" creationId="{781799E7-1438-4FBC-A4F0-F2E078F25FB9}"/>
          </ac:picMkLst>
        </pc:picChg>
        <pc:picChg chg="mod">
          <ac:chgData name="raagavi venkatesan" userId="e64614c9b4bfebb7" providerId="LiveId" clId="{0A2F4E3A-DAD5-4E3B-AFFF-3386906EB559}" dt="2024-09-15T07:57:07.539" v="1165"/>
          <ac:picMkLst>
            <pc:docMk/>
            <pc:sldMk cId="1684521770" sldId="263"/>
            <ac:picMk id="27" creationId="{1BC3826B-6353-B45C-7EE9-F3CBBD1989CF}"/>
          </ac:picMkLst>
        </pc:picChg>
        <pc:picChg chg="mod">
          <ac:chgData name="raagavi venkatesan" userId="e64614c9b4bfebb7" providerId="LiveId" clId="{0A2F4E3A-DAD5-4E3B-AFFF-3386906EB559}" dt="2024-09-15T07:57:07.539" v="1165"/>
          <ac:picMkLst>
            <pc:docMk/>
            <pc:sldMk cId="1684521770" sldId="263"/>
            <ac:picMk id="28" creationId="{EE66B645-3657-A706-460E-4BD75F5359A6}"/>
          </ac:picMkLst>
        </pc:picChg>
        <pc:picChg chg="mod">
          <ac:chgData name="raagavi venkatesan" userId="e64614c9b4bfebb7" providerId="LiveId" clId="{0A2F4E3A-DAD5-4E3B-AFFF-3386906EB559}" dt="2024-09-15T07:57:07.539" v="1165"/>
          <ac:picMkLst>
            <pc:docMk/>
            <pc:sldMk cId="1684521770" sldId="263"/>
            <ac:picMk id="29" creationId="{D6292C0F-8693-99FB-4BD2-9B8D07D2EEC5}"/>
          </ac:picMkLst>
        </pc:picChg>
        <pc:picChg chg="mod">
          <ac:chgData name="raagavi venkatesan" userId="e64614c9b4bfebb7" providerId="LiveId" clId="{0A2F4E3A-DAD5-4E3B-AFFF-3386906EB559}" dt="2024-09-15T07:57:07.539" v="1165"/>
          <ac:picMkLst>
            <pc:docMk/>
            <pc:sldMk cId="1684521770" sldId="263"/>
            <ac:picMk id="30" creationId="{FFA1C6BE-A86E-381C-789A-97F8DF0735CF}"/>
          </ac:picMkLst>
        </pc:picChg>
        <pc:picChg chg="mod">
          <ac:chgData name="raagavi venkatesan" userId="e64614c9b4bfebb7" providerId="LiveId" clId="{0A2F4E3A-DAD5-4E3B-AFFF-3386906EB559}" dt="2024-09-15T07:57:17.368" v="1166"/>
          <ac:picMkLst>
            <pc:docMk/>
            <pc:sldMk cId="1684521770" sldId="263"/>
            <ac:picMk id="32" creationId="{9ED0A08D-A471-11F9-A7F5-07FF7CAA0D68}"/>
          </ac:picMkLst>
        </pc:picChg>
        <pc:picChg chg="mod">
          <ac:chgData name="raagavi venkatesan" userId="e64614c9b4bfebb7" providerId="LiveId" clId="{0A2F4E3A-DAD5-4E3B-AFFF-3386906EB559}" dt="2024-09-15T07:57:17.368" v="1166"/>
          <ac:picMkLst>
            <pc:docMk/>
            <pc:sldMk cId="1684521770" sldId="263"/>
            <ac:picMk id="33" creationId="{C30DAC99-69DD-7174-1DAE-3D5F8A6070E9}"/>
          </ac:picMkLst>
        </pc:picChg>
        <pc:picChg chg="mod">
          <ac:chgData name="raagavi venkatesan" userId="e64614c9b4bfebb7" providerId="LiveId" clId="{0A2F4E3A-DAD5-4E3B-AFFF-3386906EB559}" dt="2024-09-15T07:57:17.368" v="1166"/>
          <ac:picMkLst>
            <pc:docMk/>
            <pc:sldMk cId="1684521770" sldId="263"/>
            <ac:picMk id="34" creationId="{7DE4E08A-2585-103C-F324-41BD18B86CF3}"/>
          </ac:picMkLst>
        </pc:picChg>
        <pc:picChg chg="mod">
          <ac:chgData name="raagavi venkatesan" userId="e64614c9b4bfebb7" providerId="LiveId" clId="{0A2F4E3A-DAD5-4E3B-AFFF-3386906EB559}" dt="2024-09-15T07:57:17.368" v="1166"/>
          <ac:picMkLst>
            <pc:docMk/>
            <pc:sldMk cId="1684521770" sldId="263"/>
            <ac:picMk id="35" creationId="{8766A93D-8EA3-4E76-85A8-8E08AE8906E0}"/>
          </ac:picMkLst>
        </pc:picChg>
        <pc:picChg chg="mod">
          <ac:chgData name="raagavi venkatesan" userId="e64614c9b4bfebb7" providerId="LiveId" clId="{0A2F4E3A-DAD5-4E3B-AFFF-3386906EB559}" dt="2024-09-15T07:57:17.368" v="1166"/>
          <ac:picMkLst>
            <pc:docMk/>
            <pc:sldMk cId="1684521770" sldId="263"/>
            <ac:picMk id="36" creationId="{3B6B0EF1-CE6C-0658-DFC2-4F79AC5F043C}"/>
          </ac:picMkLst>
        </pc:picChg>
        <pc:picChg chg="mod">
          <ac:chgData name="raagavi venkatesan" userId="e64614c9b4bfebb7" providerId="LiveId" clId="{0A2F4E3A-DAD5-4E3B-AFFF-3386906EB559}" dt="2024-09-15T07:57:17.368" v="1166"/>
          <ac:picMkLst>
            <pc:docMk/>
            <pc:sldMk cId="1684521770" sldId="263"/>
            <ac:picMk id="37" creationId="{36190918-59E2-A0B0-F88B-91C0B7A7C166}"/>
          </ac:picMkLst>
        </pc:picChg>
        <pc:picChg chg="mod">
          <ac:chgData name="raagavi venkatesan" userId="e64614c9b4bfebb7" providerId="LiveId" clId="{0A2F4E3A-DAD5-4E3B-AFFF-3386906EB559}" dt="2024-09-15T07:57:17.368" v="1166"/>
          <ac:picMkLst>
            <pc:docMk/>
            <pc:sldMk cId="1684521770" sldId="263"/>
            <ac:picMk id="38" creationId="{28B0B638-886B-4132-99B5-10C8886D41CD}"/>
          </ac:picMkLst>
        </pc:picChg>
        <pc:picChg chg="mod">
          <ac:chgData name="raagavi venkatesan" userId="e64614c9b4bfebb7" providerId="LiveId" clId="{0A2F4E3A-DAD5-4E3B-AFFF-3386906EB559}" dt="2024-09-15T07:57:17.368" v="1166"/>
          <ac:picMkLst>
            <pc:docMk/>
            <pc:sldMk cId="1684521770" sldId="263"/>
            <ac:picMk id="39" creationId="{5C0BB63C-19BE-9D1B-ADCE-5298B2721E60}"/>
          </ac:picMkLst>
        </pc:picChg>
        <pc:picChg chg="mod">
          <ac:chgData name="raagavi venkatesan" userId="e64614c9b4bfebb7" providerId="LiveId" clId="{0A2F4E3A-DAD5-4E3B-AFFF-3386906EB559}" dt="2024-09-15T07:57:17.368" v="1166"/>
          <ac:picMkLst>
            <pc:docMk/>
            <pc:sldMk cId="1684521770" sldId="263"/>
            <ac:picMk id="40" creationId="{3B8B64F9-F703-1A4F-BB4F-6441FDE5F29F}"/>
          </ac:picMkLst>
        </pc:picChg>
        <pc:picChg chg="mod">
          <ac:chgData name="raagavi venkatesan" userId="e64614c9b4bfebb7" providerId="LiveId" clId="{0A2F4E3A-DAD5-4E3B-AFFF-3386906EB559}" dt="2024-09-15T07:57:17.368" v="1166"/>
          <ac:picMkLst>
            <pc:docMk/>
            <pc:sldMk cId="1684521770" sldId="263"/>
            <ac:picMk id="41" creationId="{F17317AD-51BF-DB7B-766E-09F5241F12D9}"/>
          </ac:picMkLst>
        </pc:picChg>
        <pc:picChg chg="mod">
          <ac:chgData name="raagavi venkatesan" userId="e64614c9b4bfebb7" providerId="LiveId" clId="{0A2F4E3A-DAD5-4E3B-AFFF-3386906EB559}" dt="2024-09-15T07:57:17.368" v="1166"/>
          <ac:picMkLst>
            <pc:docMk/>
            <pc:sldMk cId="1684521770" sldId="263"/>
            <ac:picMk id="42" creationId="{E7C98929-5C89-7443-BB54-93D0190B5AD4}"/>
          </ac:picMkLst>
        </pc:picChg>
        <pc:picChg chg="mod">
          <ac:chgData name="raagavi venkatesan" userId="e64614c9b4bfebb7" providerId="LiveId" clId="{0A2F4E3A-DAD5-4E3B-AFFF-3386906EB559}" dt="2024-09-15T07:57:17.368" v="1166"/>
          <ac:picMkLst>
            <pc:docMk/>
            <pc:sldMk cId="1684521770" sldId="263"/>
            <ac:picMk id="43" creationId="{DE61BB38-7F5D-3C8D-ABDE-53D9EC59D7DF}"/>
          </ac:picMkLst>
        </pc:picChg>
        <pc:picChg chg="mod">
          <ac:chgData name="raagavi venkatesan" userId="e64614c9b4bfebb7" providerId="LiveId" clId="{0A2F4E3A-DAD5-4E3B-AFFF-3386906EB559}" dt="2024-09-15T07:57:17.368" v="1166"/>
          <ac:picMkLst>
            <pc:docMk/>
            <pc:sldMk cId="1684521770" sldId="263"/>
            <ac:picMk id="44" creationId="{C4D969F1-B84F-FD53-336A-CEF7D42B8990}"/>
          </ac:picMkLst>
        </pc:picChg>
        <pc:picChg chg="mod">
          <ac:chgData name="raagavi venkatesan" userId="e64614c9b4bfebb7" providerId="LiveId" clId="{0A2F4E3A-DAD5-4E3B-AFFF-3386906EB559}" dt="2024-09-15T07:57:17.368" v="1166"/>
          <ac:picMkLst>
            <pc:docMk/>
            <pc:sldMk cId="1684521770" sldId="263"/>
            <ac:picMk id="45" creationId="{E277D362-0330-A56D-FC36-11076643850C}"/>
          </ac:picMkLst>
        </pc:picChg>
        <pc:picChg chg="mod">
          <ac:chgData name="raagavi venkatesan" userId="e64614c9b4bfebb7" providerId="LiveId" clId="{0A2F4E3A-DAD5-4E3B-AFFF-3386906EB559}" dt="2024-09-15T07:57:17.368" v="1166"/>
          <ac:picMkLst>
            <pc:docMk/>
            <pc:sldMk cId="1684521770" sldId="263"/>
            <ac:picMk id="46" creationId="{8BC88DB7-BD7B-A500-E96B-42405DED00F5}"/>
          </ac:picMkLst>
        </pc:picChg>
        <pc:picChg chg="mod">
          <ac:chgData name="raagavi venkatesan" userId="e64614c9b4bfebb7" providerId="LiveId" clId="{0A2F4E3A-DAD5-4E3B-AFFF-3386906EB559}" dt="2024-09-15T07:57:17.368" v="1166"/>
          <ac:picMkLst>
            <pc:docMk/>
            <pc:sldMk cId="1684521770" sldId="263"/>
            <ac:picMk id="47" creationId="{274B3C28-E7FC-3AD5-E5CB-87008D979344}"/>
          </ac:picMkLst>
        </pc:picChg>
        <pc:picChg chg="mod">
          <ac:chgData name="raagavi venkatesan" userId="e64614c9b4bfebb7" providerId="LiveId" clId="{0A2F4E3A-DAD5-4E3B-AFFF-3386906EB559}" dt="2024-09-15T07:57:17.368" v="1166"/>
          <ac:picMkLst>
            <pc:docMk/>
            <pc:sldMk cId="1684521770" sldId="263"/>
            <ac:picMk id="48" creationId="{0A35061F-AE37-D55F-DE0A-750F841570F3}"/>
          </ac:picMkLst>
        </pc:picChg>
        <pc:picChg chg="mod">
          <ac:chgData name="raagavi venkatesan" userId="e64614c9b4bfebb7" providerId="LiveId" clId="{0A2F4E3A-DAD5-4E3B-AFFF-3386906EB559}" dt="2024-09-15T07:57:17.368" v="1166"/>
          <ac:picMkLst>
            <pc:docMk/>
            <pc:sldMk cId="1684521770" sldId="263"/>
            <ac:picMk id="49" creationId="{4479C885-FAD0-6005-11CF-B8EF7A751DB1}"/>
          </ac:picMkLst>
        </pc:picChg>
        <pc:picChg chg="mod">
          <ac:chgData name="raagavi venkatesan" userId="e64614c9b4bfebb7" providerId="LiveId" clId="{0A2F4E3A-DAD5-4E3B-AFFF-3386906EB559}" dt="2024-09-15T07:57:17.368" v="1166"/>
          <ac:picMkLst>
            <pc:docMk/>
            <pc:sldMk cId="1684521770" sldId="263"/>
            <ac:picMk id="50" creationId="{1B6D414C-F982-2BCD-3D98-33B3A5447431}"/>
          </ac:picMkLst>
        </pc:picChg>
        <pc:picChg chg="mod">
          <ac:chgData name="raagavi venkatesan" userId="e64614c9b4bfebb7" providerId="LiveId" clId="{0A2F4E3A-DAD5-4E3B-AFFF-3386906EB559}" dt="2024-09-15T07:57:17.368" v="1166"/>
          <ac:picMkLst>
            <pc:docMk/>
            <pc:sldMk cId="1684521770" sldId="263"/>
            <ac:picMk id="51" creationId="{A85514D4-F6F9-70C4-4A99-99B9E4EEB1DD}"/>
          </ac:picMkLst>
        </pc:picChg>
        <pc:picChg chg="mod">
          <ac:chgData name="raagavi venkatesan" userId="e64614c9b4bfebb7" providerId="LiveId" clId="{0A2F4E3A-DAD5-4E3B-AFFF-3386906EB559}" dt="2024-09-15T07:57:17.368" v="1166"/>
          <ac:picMkLst>
            <pc:docMk/>
            <pc:sldMk cId="1684521770" sldId="263"/>
            <ac:picMk id="52" creationId="{3B5FEE92-1E3C-6498-F96E-C7B929F6537F}"/>
          </ac:picMkLst>
        </pc:picChg>
        <pc:picChg chg="mod">
          <ac:chgData name="raagavi venkatesan" userId="e64614c9b4bfebb7" providerId="LiveId" clId="{0A2F4E3A-DAD5-4E3B-AFFF-3386906EB559}" dt="2024-09-15T07:57:17.368" v="1166"/>
          <ac:picMkLst>
            <pc:docMk/>
            <pc:sldMk cId="1684521770" sldId="263"/>
            <ac:picMk id="53" creationId="{B1FA2048-6547-E5A9-63E8-F3F3FC409F2D}"/>
          </ac:picMkLst>
        </pc:picChg>
        <pc:picChg chg="mod">
          <ac:chgData name="raagavi venkatesan" userId="e64614c9b4bfebb7" providerId="LiveId" clId="{0A2F4E3A-DAD5-4E3B-AFFF-3386906EB559}" dt="2024-09-15T07:57:17.368" v="1166"/>
          <ac:picMkLst>
            <pc:docMk/>
            <pc:sldMk cId="1684521770" sldId="263"/>
            <ac:picMk id="54" creationId="{E27B3B5E-6F8D-D6FB-8DD3-A902BE37E327}"/>
          </ac:picMkLst>
        </pc:picChg>
        <pc:picChg chg="mod">
          <ac:chgData name="raagavi venkatesan" userId="e64614c9b4bfebb7" providerId="LiveId" clId="{0A2F4E3A-DAD5-4E3B-AFFF-3386906EB559}" dt="2024-09-15T07:57:17.368" v="1166"/>
          <ac:picMkLst>
            <pc:docMk/>
            <pc:sldMk cId="1684521770" sldId="263"/>
            <ac:picMk id="55" creationId="{9F681141-E833-3240-FDFC-65A1B6900123}"/>
          </ac:picMkLst>
        </pc:picChg>
        <pc:picChg chg="mod">
          <ac:chgData name="raagavi venkatesan" userId="e64614c9b4bfebb7" providerId="LiveId" clId="{0A2F4E3A-DAD5-4E3B-AFFF-3386906EB559}" dt="2024-09-15T07:57:17.368" v="1166"/>
          <ac:picMkLst>
            <pc:docMk/>
            <pc:sldMk cId="1684521770" sldId="263"/>
            <ac:picMk id="56" creationId="{0E4477D0-5940-8AE6-18D2-E4E498D27B4D}"/>
          </ac:picMkLst>
        </pc:picChg>
        <pc:picChg chg="mod">
          <ac:chgData name="raagavi venkatesan" userId="e64614c9b4bfebb7" providerId="LiveId" clId="{0A2F4E3A-DAD5-4E3B-AFFF-3386906EB559}" dt="2024-09-15T07:57:17.368" v="1166"/>
          <ac:picMkLst>
            <pc:docMk/>
            <pc:sldMk cId="1684521770" sldId="263"/>
            <ac:picMk id="57" creationId="{3A79C821-FE41-38FE-BB84-18293E374549}"/>
          </ac:picMkLst>
        </pc:picChg>
        <pc:picChg chg="mod">
          <ac:chgData name="raagavi venkatesan" userId="e64614c9b4bfebb7" providerId="LiveId" clId="{0A2F4E3A-DAD5-4E3B-AFFF-3386906EB559}" dt="2024-09-15T07:57:17.368" v="1166"/>
          <ac:picMkLst>
            <pc:docMk/>
            <pc:sldMk cId="1684521770" sldId="263"/>
            <ac:picMk id="58" creationId="{211E6F33-3B54-3697-36E4-C57313C80EEB}"/>
          </ac:picMkLst>
        </pc:picChg>
        <pc:picChg chg="mod">
          <ac:chgData name="raagavi venkatesan" userId="e64614c9b4bfebb7" providerId="LiveId" clId="{0A2F4E3A-DAD5-4E3B-AFFF-3386906EB559}" dt="2024-09-15T07:57:17.368" v="1166"/>
          <ac:picMkLst>
            <pc:docMk/>
            <pc:sldMk cId="1684521770" sldId="263"/>
            <ac:picMk id="59" creationId="{C8C155B0-785A-6F87-358D-56E8AA7172C3}"/>
          </ac:picMkLst>
        </pc:picChg>
        <pc:picChg chg="add del">
          <ac:chgData name="raagavi venkatesan" userId="e64614c9b4bfebb7" providerId="LiveId" clId="{0A2F4E3A-DAD5-4E3B-AFFF-3386906EB559}" dt="2024-09-15T07:57:49.823" v="1172" actId="21"/>
          <ac:picMkLst>
            <pc:docMk/>
            <pc:sldMk cId="1684521770" sldId="263"/>
            <ac:picMk id="60" creationId="{83753572-9411-B9AA-00E4-AA529F3FFD8C}"/>
          </ac:picMkLst>
        </pc:picChg>
        <pc:picChg chg="mod">
          <ac:chgData name="raagavi venkatesan" userId="e64614c9b4bfebb7" providerId="LiveId" clId="{0A2F4E3A-DAD5-4E3B-AFFF-3386906EB559}" dt="2024-09-15T07:57:25.096" v="1168"/>
          <ac:picMkLst>
            <pc:docMk/>
            <pc:sldMk cId="1684521770" sldId="263"/>
            <ac:picMk id="62" creationId="{1A13C0CA-F258-1F7B-7B88-CF0157A60490}"/>
          </ac:picMkLst>
        </pc:picChg>
        <pc:picChg chg="mod">
          <ac:chgData name="raagavi venkatesan" userId="e64614c9b4bfebb7" providerId="LiveId" clId="{0A2F4E3A-DAD5-4E3B-AFFF-3386906EB559}" dt="2024-09-15T07:57:25.096" v="1168"/>
          <ac:picMkLst>
            <pc:docMk/>
            <pc:sldMk cId="1684521770" sldId="263"/>
            <ac:picMk id="63" creationId="{B904DE1B-C1D7-A952-E0FD-08303C6B7A90}"/>
          </ac:picMkLst>
        </pc:picChg>
        <pc:picChg chg="mod">
          <ac:chgData name="raagavi venkatesan" userId="e64614c9b4bfebb7" providerId="LiveId" clId="{0A2F4E3A-DAD5-4E3B-AFFF-3386906EB559}" dt="2024-09-15T07:57:25.096" v="1168"/>
          <ac:picMkLst>
            <pc:docMk/>
            <pc:sldMk cId="1684521770" sldId="263"/>
            <ac:picMk id="64" creationId="{0BB43C87-0D24-0931-603C-937C7779D645}"/>
          </ac:picMkLst>
        </pc:picChg>
        <pc:picChg chg="mod">
          <ac:chgData name="raagavi venkatesan" userId="e64614c9b4bfebb7" providerId="LiveId" clId="{0A2F4E3A-DAD5-4E3B-AFFF-3386906EB559}" dt="2024-09-15T07:57:25.096" v="1168"/>
          <ac:picMkLst>
            <pc:docMk/>
            <pc:sldMk cId="1684521770" sldId="263"/>
            <ac:picMk id="65" creationId="{DA6594D4-111A-9065-F455-5F40FBB5A77E}"/>
          </ac:picMkLst>
        </pc:picChg>
        <pc:picChg chg="mod">
          <ac:chgData name="raagavi venkatesan" userId="e64614c9b4bfebb7" providerId="LiveId" clId="{0A2F4E3A-DAD5-4E3B-AFFF-3386906EB559}" dt="2024-09-15T07:57:25.096" v="1168"/>
          <ac:picMkLst>
            <pc:docMk/>
            <pc:sldMk cId="1684521770" sldId="263"/>
            <ac:picMk id="66" creationId="{314E4F5E-7514-1D9A-8E17-9F1B5AEF33C7}"/>
          </ac:picMkLst>
        </pc:picChg>
        <pc:picChg chg="mod">
          <ac:chgData name="raagavi venkatesan" userId="e64614c9b4bfebb7" providerId="LiveId" clId="{0A2F4E3A-DAD5-4E3B-AFFF-3386906EB559}" dt="2024-09-15T07:57:25.096" v="1168"/>
          <ac:picMkLst>
            <pc:docMk/>
            <pc:sldMk cId="1684521770" sldId="263"/>
            <ac:picMk id="67" creationId="{BC06C014-02A3-2C9F-079F-251D1AD9F9CE}"/>
          </ac:picMkLst>
        </pc:picChg>
        <pc:picChg chg="mod">
          <ac:chgData name="raagavi venkatesan" userId="e64614c9b4bfebb7" providerId="LiveId" clId="{0A2F4E3A-DAD5-4E3B-AFFF-3386906EB559}" dt="2024-09-15T07:57:25.096" v="1168"/>
          <ac:picMkLst>
            <pc:docMk/>
            <pc:sldMk cId="1684521770" sldId="263"/>
            <ac:picMk id="68" creationId="{6F1C6722-1188-593B-6F8C-E8B637EC1F92}"/>
          </ac:picMkLst>
        </pc:picChg>
        <pc:picChg chg="mod">
          <ac:chgData name="raagavi venkatesan" userId="e64614c9b4bfebb7" providerId="LiveId" clId="{0A2F4E3A-DAD5-4E3B-AFFF-3386906EB559}" dt="2024-09-15T07:57:25.096" v="1168"/>
          <ac:picMkLst>
            <pc:docMk/>
            <pc:sldMk cId="1684521770" sldId="263"/>
            <ac:picMk id="69" creationId="{1906614D-78B3-DF25-772C-4C702EED8A23}"/>
          </ac:picMkLst>
        </pc:picChg>
        <pc:picChg chg="mod">
          <ac:chgData name="raagavi venkatesan" userId="e64614c9b4bfebb7" providerId="LiveId" clId="{0A2F4E3A-DAD5-4E3B-AFFF-3386906EB559}" dt="2024-09-15T07:57:25.096" v="1168"/>
          <ac:picMkLst>
            <pc:docMk/>
            <pc:sldMk cId="1684521770" sldId="263"/>
            <ac:picMk id="70" creationId="{85A37CEB-A8EF-BF19-1844-398D567AB4AC}"/>
          </ac:picMkLst>
        </pc:picChg>
        <pc:picChg chg="mod">
          <ac:chgData name="raagavi venkatesan" userId="e64614c9b4bfebb7" providerId="LiveId" clId="{0A2F4E3A-DAD5-4E3B-AFFF-3386906EB559}" dt="2024-09-15T07:57:25.096" v="1168"/>
          <ac:picMkLst>
            <pc:docMk/>
            <pc:sldMk cId="1684521770" sldId="263"/>
            <ac:picMk id="71" creationId="{5F0B3F87-8F63-961A-6051-62C08F498A68}"/>
          </ac:picMkLst>
        </pc:picChg>
        <pc:picChg chg="mod">
          <ac:chgData name="raagavi venkatesan" userId="e64614c9b4bfebb7" providerId="LiveId" clId="{0A2F4E3A-DAD5-4E3B-AFFF-3386906EB559}" dt="2024-09-15T07:57:25.096" v="1168"/>
          <ac:picMkLst>
            <pc:docMk/>
            <pc:sldMk cId="1684521770" sldId="263"/>
            <ac:picMk id="72" creationId="{6B9086AE-FE6D-5192-1401-63354E30E401}"/>
          </ac:picMkLst>
        </pc:picChg>
        <pc:picChg chg="mod">
          <ac:chgData name="raagavi venkatesan" userId="e64614c9b4bfebb7" providerId="LiveId" clId="{0A2F4E3A-DAD5-4E3B-AFFF-3386906EB559}" dt="2024-09-15T07:57:25.096" v="1168"/>
          <ac:picMkLst>
            <pc:docMk/>
            <pc:sldMk cId="1684521770" sldId="263"/>
            <ac:picMk id="73" creationId="{C0551034-67E0-963E-90AA-8E26D3349A56}"/>
          </ac:picMkLst>
        </pc:picChg>
        <pc:picChg chg="mod">
          <ac:chgData name="raagavi venkatesan" userId="e64614c9b4bfebb7" providerId="LiveId" clId="{0A2F4E3A-DAD5-4E3B-AFFF-3386906EB559}" dt="2024-09-15T07:57:25.096" v="1168"/>
          <ac:picMkLst>
            <pc:docMk/>
            <pc:sldMk cId="1684521770" sldId="263"/>
            <ac:picMk id="74" creationId="{930A2DF7-4315-2445-5AEF-26C1920A6EA3}"/>
          </ac:picMkLst>
        </pc:picChg>
        <pc:picChg chg="mod">
          <ac:chgData name="raagavi venkatesan" userId="e64614c9b4bfebb7" providerId="LiveId" clId="{0A2F4E3A-DAD5-4E3B-AFFF-3386906EB559}" dt="2024-09-15T07:57:25.096" v="1168"/>
          <ac:picMkLst>
            <pc:docMk/>
            <pc:sldMk cId="1684521770" sldId="263"/>
            <ac:picMk id="75" creationId="{C20F6BC1-39DA-FAA9-799B-0C71ED9CA40C}"/>
          </ac:picMkLst>
        </pc:picChg>
        <pc:picChg chg="mod">
          <ac:chgData name="raagavi venkatesan" userId="e64614c9b4bfebb7" providerId="LiveId" clId="{0A2F4E3A-DAD5-4E3B-AFFF-3386906EB559}" dt="2024-09-15T07:57:25.096" v="1168"/>
          <ac:picMkLst>
            <pc:docMk/>
            <pc:sldMk cId="1684521770" sldId="263"/>
            <ac:picMk id="76" creationId="{A516CC71-B626-7517-84DF-DF4BBAE327A6}"/>
          </ac:picMkLst>
        </pc:picChg>
        <pc:picChg chg="mod">
          <ac:chgData name="raagavi venkatesan" userId="e64614c9b4bfebb7" providerId="LiveId" clId="{0A2F4E3A-DAD5-4E3B-AFFF-3386906EB559}" dt="2024-09-15T07:57:25.096" v="1168"/>
          <ac:picMkLst>
            <pc:docMk/>
            <pc:sldMk cId="1684521770" sldId="263"/>
            <ac:picMk id="77" creationId="{F82637DB-EA2C-8F81-3EB7-B5DCF105B55A}"/>
          </ac:picMkLst>
        </pc:picChg>
        <pc:picChg chg="mod">
          <ac:chgData name="raagavi venkatesan" userId="e64614c9b4bfebb7" providerId="LiveId" clId="{0A2F4E3A-DAD5-4E3B-AFFF-3386906EB559}" dt="2024-09-15T07:57:25.096" v="1168"/>
          <ac:picMkLst>
            <pc:docMk/>
            <pc:sldMk cId="1684521770" sldId="263"/>
            <ac:picMk id="78" creationId="{C052744E-6D2C-7A83-8066-0A7C789567A1}"/>
          </ac:picMkLst>
        </pc:picChg>
        <pc:picChg chg="mod">
          <ac:chgData name="raagavi venkatesan" userId="e64614c9b4bfebb7" providerId="LiveId" clId="{0A2F4E3A-DAD5-4E3B-AFFF-3386906EB559}" dt="2024-09-15T07:57:25.096" v="1168"/>
          <ac:picMkLst>
            <pc:docMk/>
            <pc:sldMk cId="1684521770" sldId="263"/>
            <ac:picMk id="79" creationId="{B9E2024F-9A3A-C589-DA6A-6F34F493E2AA}"/>
          </ac:picMkLst>
        </pc:picChg>
        <pc:picChg chg="mod">
          <ac:chgData name="raagavi venkatesan" userId="e64614c9b4bfebb7" providerId="LiveId" clId="{0A2F4E3A-DAD5-4E3B-AFFF-3386906EB559}" dt="2024-09-15T07:57:25.096" v="1168"/>
          <ac:picMkLst>
            <pc:docMk/>
            <pc:sldMk cId="1684521770" sldId="263"/>
            <ac:picMk id="80" creationId="{DF7292DC-C1E1-6E89-8C70-49AB6B7B4F77}"/>
          </ac:picMkLst>
        </pc:picChg>
        <pc:picChg chg="mod">
          <ac:chgData name="raagavi venkatesan" userId="e64614c9b4bfebb7" providerId="LiveId" clId="{0A2F4E3A-DAD5-4E3B-AFFF-3386906EB559}" dt="2024-09-15T07:57:25.096" v="1168"/>
          <ac:picMkLst>
            <pc:docMk/>
            <pc:sldMk cId="1684521770" sldId="263"/>
            <ac:picMk id="81" creationId="{81DC8ACE-1203-AD09-67C4-6EED1146B19B}"/>
          </ac:picMkLst>
        </pc:picChg>
        <pc:picChg chg="mod">
          <ac:chgData name="raagavi venkatesan" userId="e64614c9b4bfebb7" providerId="LiveId" clId="{0A2F4E3A-DAD5-4E3B-AFFF-3386906EB559}" dt="2024-09-15T07:57:25.096" v="1168"/>
          <ac:picMkLst>
            <pc:docMk/>
            <pc:sldMk cId="1684521770" sldId="263"/>
            <ac:picMk id="82" creationId="{BA101970-3254-FC82-5C09-642968C56B38}"/>
          </ac:picMkLst>
        </pc:picChg>
        <pc:picChg chg="mod">
          <ac:chgData name="raagavi venkatesan" userId="e64614c9b4bfebb7" providerId="LiveId" clId="{0A2F4E3A-DAD5-4E3B-AFFF-3386906EB559}" dt="2024-09-15T07:57:25.096" v="1168"/>
          <ac:picMkLst>
            <pc:docMk/>
            <pc:sldMk cId="1684521770" sldId="263"/>
            <ac:picMk id="83" creationId="{D8E7B822-CF22-123E-864C-0ECB300C01F8}"/>
          </ac:picMkLst>
        </pc:picChg>
        <pc:picChg chg="mod">
          <ac:chgData name="raagavi venkatesan" userId="e64614c9b4bfebb7" providerId="LiveId" clId="{0A2F4E3A-DAD5-4E3B-AFFF-3386906EB559}" dt="2024-09-15T07:57:25.096" v="1168"/>
          <ac:picMkLst>
            <pc:docMk/>
            <pc:sldMk cId="1684521770" sldId="263"/>
            <ac:picMk id="84" creationId="{A9DD4BF6-6BE6-4160-2FA5-9B113323AE6F}"/>
          </ac:picMkLst>
        </pc:picChg>
        <pc:picChg chg="mod">
          <ac:chgData name="raagavi venkatesan" userId="e64614c9b4bfebb7" providerId="LiveId" clId="{0A2F4E3A-DAD5-4E3B-AFFF-3386906EB559}" dt="2024-09-15T07:57:25.096" v="1168"/>
          <ac:picMkLst>
            <pc:docMk/>
            <pc:sldMk cId="1684521770" sldId="263"/>
            <ac:picMk id="85" creationId="{28DDFC6F-D9CA-4DF8-4D66-A0A46B8E9B81}"/>
          </ac:picMkLst>
        </pc:picChg>
        <pc:picChg chg="mod">
          <ac:chgData name="raagavi venkatesan" userId="e64614c9b4bfebb7" providerId="LiveId" clId="{0A2F4E3A-DAD5-4E3B-AFFF-3386906EB559}" dt="2024-09-15T07:57:25.096" v="1168"/>
          <ac:picMkLst>
            <pc:docMk/>
            <pc:sldMk cId="1684521770" sldId="263"/>
            <ac:picMk id="86" creationId="{5F76DDF3-A181-5107-7306-E35935661CEC}"/>
          </ac:picMkLst>
        </pc:picChg>
        <pc:picChg chg="mod">
          <ac:chgData name="raagavi venkatesan" userId="e64614c9b4bfebb7" providerId="LiveId" clId="{0A2F4E3A-DAD5-4E3B-AFFF-3386906EB559}" dt="2024-09-15T07:57:25.096" v="1168"/>
          <ac:picMkLst>
            <pc:docMk/>
            <pc:sldMk cId="1684521770" sldId="263"/>
            <ac:picMk id="87" creationId="{CCA9485F-0AFE-F421-2273-406F0F95B029}"/>
          </ac:picMkLst>
        </pc:picChg>
        <pc:picChg chg="mod">
          <ac:chgData name="raagavi venkatesan" userId="e64614c9b4bfebb7" providerId="LiveId" clId="{0A2F4E3A-DAD5-4E3B-AFFF-3386906EB559}" dt="2024-09-15T07:57:25.096" v="1168"/>
          <ac:picMkLst>
            <pc:docMk/>
            <pc:sldMk cId="1684521770" sldId="263"/>
            <ac:picMk id="88" creationId="{8EAF9E7D-242C-6CC7-68C8-63F22E2744FF}"/>
          </ac:picMkLst>
        </pc:picChg>
        <pc:picChg chg="mod">
          <ac:chgData name="raagavi venkatesan" userId="e64614c9b4bfebb7" providerId="LiveId" clId="{0A2F4E3A-DAD5-4E3B-AFFF-3386906EB559}" dt="2024-09-15T07:57:25.096" v="1168"/>
          <ac:picMkLst>
            <pc:docMk/>
            <pc:sldMk cId="1684521770" sldId="263"/>
            <ac:picMk id="89" creationId="{5E7B7D66-8768-D4FE-2BA0-6FAE5F2D99B5}"/>
          </ac:picMkLst>
        </pc:picChg>
        <pc:picChg chg="add del mod">
          <ac:chgData name="raagavi venkatesan" userId="e64614c9b4bfebb7" providerId="LiveId" clId="{0A2F4E3A-DAD5-4E3B-AFFF-3386906EB559}" dt="2024-09-15T07:57:47.319" v="1171" actId="21"/>
          <ac:picMkLst>
            <pc:docMk/>
            <pc:sldMk cId="1684521770" sldId="263"/>
            <ac:picMk id="90" creationId="{D7B852DE-175D-0CAA-1087-0DE6DB07F9ED}"/>
          </ac:picMkLst>
        </pc:picChg>
        <pc:picChg chg="add mod ord">
          <ac:chgData name="raagavi venkatesan" userId="e64614c9b4bfebb7" providerId="LiveId" clId="{0A2F4E3A-DAD5-4E3B-AFFF-3386906EB559}" dt="2024-09-15T07:59:37.308" v="1190" actId="170"/>
          <ac:picMkLst>
            <pc:docMk/>
            <pc:sldMk cId="1684521770" sldId="263"/>
            <ac:picMk id="91" creationId="{6000CB3B-C3B9-36C0-C4F8-2007BF8B3ED6}"/>
          </ac:picMkLst>
        </pc:picChg>
      </pc:sldChg>
    </pc:docChg>
  </pc:docChgLst>
  <pc:docChgLst>
    <pc:chgData name="Guest User" providerId="Windows Live" clId="Web-{9AA8E516-D5E0-49D6-AF64-F70ADB1BC6B0}"/>
    <pc:docChg chg="modSld">
      <pc:chgData name="Guest User" userId="" providerId="Windows Live" clId="Web-{9AA8E516-D5E0-49D6-AF64-F70ADB1BC6B0}" dt="2024-08-16T04:51:31.358" v="0" actId="1076"/>
      <pc:docMkLst>
        <pc:docMk/>
      </pc:docMkLst>
      <pc:sldChg chg="modSp">
        <pc:chgData name="Guest User" userId="" providerId="Windows Live" clId="Web-{9AA8E516-D5E0-49D6-AF64-F70ADB1BC6B0}" dt="2024-08-16T04:51:31.358" v="0" actId="1076"/>
        <pc:sldMkLst>
          <pc:docMk/>
          <pc:sldMk cId="861662525" sldId="261"/>
        </pc:sldMkLst>
        <pc:spChg chg="mod">
          <ac:chgData name="Guest User" userId="" providerId="Windows Live" clId="Web-{9AA8E516-D5E0-49D6-AF64-F70ADB1BC6B0}" dt="2024-08-16T04:51:31.358" v="0" actId="1076"/>
          <ac:spMkLst>
            <pc:docMk/>
            <pc:sldMk cId="861662525" sldId="261"/>
            <ac:spMk id="5" creationId="{DCFA59DA-1AEE-2469-9611-BC73FF01C971}"/>
          </ac:spMkLst>
        </pc:spChg>
      </pc:sldChg>
    </pc:docChg>
  </pc:docChgLst>
  <pc:docChgLst>
    <pc:chgData name="Ananthram R" userId="012be1fc768af31a" providerId="Windows Live" clId="Web-{31211D5E-EF39-4172-99B9-9D4098FC9F42}"/>
    <pc:docChg chg="modSld">
      <pc:chgData name="Ananthram R" userId="012be1fc768af31a" providerId="Windows Live" clId="Web-{31211D5E-EF39-4172-99B9-9D4098FC9F42}" dt="2024-08-05T05:45:24.076" v="6"/>
      <pc:docMkLst>
        <pc:docMk/>
      </pc:docMkLst>
      <pc:sldChg chg="addSp delSp modSp">
        <pc:chgData name="Ananthram R" userId="012be1fc768af31a" providerId="Windows Live" clId="Web-{31211D5E-EF39-4172-99B9-9D4098FC9F42}" dt="2024-08-05T05:45:24.076" v="6"/>
        <pc:sldMkLst>
          <pc:docMk/>
          <pc:sldMk cId="3387575883" sldId="256"/>
        </pc:sldMkLst>
        <pc:spChg chg="add del mod">
          <ac:chgData name="Ananthram R" userId="012be1fc768af31a" providerId="Windows Live" clId="Web-{31211D5E-EF39-4172-99B9-9D4098FC9F42}" dt="2024-08-05T05:45:24.076" v="6"/>
          <ac:spMkLst>
            <pc:docMk/>
            <pc:sldMk cId="3387575883" sldId="256"/>
            <ac:spMk id="2" creationId="{910DA557-A476-D52E-736F-0549F2FA3CA2}"/>
          </ac:spMkLst>
        </pc:spChg>
      </pc:sldChg>
      <pc:sldChg chg="delSp">
        <pc:chgData name="Ananthram R" userId="012be1fc768af31a" providerId="Windows Live" clId="Web-{31211D5E-EF39-4172-99B9-9D4098FC9F42}" dt="2024-08-05T04:46:52.634" v="2"/>
        <pc:sldMkLst>
          <pc:docMk/>
          <pc:sldMk cId="3851012350" sldId="259"/>
        </pc:sldMkLst>
        <pc:spChg chg="del">
          <ac:chgData name="Ananthram R" userId="012be1fc768af31a" providerId="Windows Live" clId="Web-{31211D5E-EF39-4172-99B9-9D4098FC9F42}" dt="2024-08-05T04:46:41.040" v="1"/>
          <ac:spMkLst>
            <pc:docMk/>
            <pc:sldMk cId="3851012350" sldId="259"/>
            <ac:spMk id="13" creationId="{B38CDA61-F7A7-8CA2-B555-517BD1DC1188}"/>
          </ac:spMkLst>
        </pc:spChg>
        <pc:spChg chg="del">
          <ac:chgData name="Ananthram R" userId="012be1fc768af31a" providerId="Windows Live" clId="Web-{31211D5E-EF39-4172-99B9-9D4098FC9F42}" dt="2024-08-05T04:46:38.774" v="0"/>
          <ac:spMkLst>
            <pc:docMk/>
            <pc:sldMk cId="3851012350" sldId="259"/>
            <ac:spMk id="14" creationId="{E82B6CBB-AF79-C3F7-7F03-83760CC9650B}"/>
          </ac:spMkLst>
        </pc:spChg>
        <pc:spChg chg="del">
          <ac:chgData name="Ananthram R" userId="012be1fc768af31a" providerId="Windows Live" clId="Web-{31211D5E-EF39-4172-99B9-9D4098FC9F42}" dt="2024-08-05T04:46:52.634" v="2"/>
          <ac:spMkLst>
            <pc:docMk/>
            <pc:sldMk cId="3851012350" sldId="259"/>
            <ac:spMk id="17" creationId="{79843D5C-6A40-A23B-4238-A44EE39FA0C6}"/>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22D908-CAFD-476C-B857-7B2C96F81F26}" type="datetimeFigureOut">
              <a:rPr lang="en-IN" smtClean="0"/>
              <a:t>15-09-2024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2325214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22D908-CAFD-476C-B857-7B2C96F81F26}" type="datetimeFigureOut">
              <a:rPr lang="en-IN" smtClean="0"/>
              <a:t>15-09-2024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3374294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22D908-CAFD-476C-B857-7B2C96F81F26}" type="datetimeFigureOut">
              <a:rPr lang="en-IN" smtClean="0"/>
              <a:t>15-09-2024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1309394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22D908-CAFD-476C-B857-7B2C96F81F26}" type="datetimeFigureOut">
              <a:rPr lang="en-IN" smtClean="0"/>
              <a:t>15-09-2024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3154543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22D908-CAFD-476C-B857-7B2C96F81F26}" type="datetimeFigureOut">
              <a:rPr lang="en-IN" smtClean="0"/>
              <a:t>15-09-2024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3570550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22D908-CAFD-476C-B857-7B2C96F81F26}" type="datetimeFigureOut">
              <a:rPr lang="en-IN" smtClean="0"/>
              <a:t>15-09-2024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2890312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BD22D908-CAFD-476C-B857-7B2C96F81F26}" type="datetimeFigureOut">
              <a:rPr lang="en-IN" smtClean="0"/>
              <a:t>15-09-2024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709896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22D908-CAFD-476C-B857-7B2C96F81F26}" type="datetimeFigureOut">
              <a:rPr lang="en-IN" smtClean="0"/>
              <a:t>15-09-2024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1817048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22D908-CAFD-476C-B857-7B2C96F81F26}" type="datetimeFigureOut">
              <a:rPr lang="en-IN" smtClean="0"/>
              <a:t>15-09-2024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3700150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22D908-CAFD-476C-B857-7B2C96F81F26}" type="datetimeFigureOut">
              <a:rPr lang="en-IN" smtClean="0"/>
              <a:t>15-09-2024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2789099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22D908-CAFD-476C-B857-7B2C96F81F26}" type="datetimeFigureOut">
              <a:rPr lang="en-IN" smtClean="0"/>
              <a:t>15-09-2024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3182513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22D908-CAFD-476C-B857-7B2C96F81F26}" type="datetimeFigureOut">
              <a:rPr lang="en-IN" smtClean="0"/>
              <a:t>15-09-2024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6B047B-914F-4FC4-93FB-BDE72D226BE2}"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35334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22D908-CAFD-476C-B857-7B2C96F81F26}" type="datetimeFigureOut">
              <a:rPr lang="en-IN" smtClean="0"/>
              <a:t>15-09-2024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1360739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D22D908-CAFD-476C-B857-7B2C96F81F26}" type="datetimeFigureOut">
              <a:rPr lang="en-IN" smtClean="0"/>
              <a:t>15-09-2024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3536350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D22D908-CAFD-476C-B857-7B2C96F81F26}" type="datetimeFigureOut">
              <a:rPr lang="en-IN" smtClean="0"/>
              <a:t>15-09-2024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3717029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22D908-CAFD-476C-B857-7B2C96F81F26}" type="datetimeFigureOut">
              <a:rPr lang="en-IN" smtClean="0"/>
              <a:t>15-09-2024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25989141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22D908-CAFD-476C-B857-7B2C96F81F26}" type="datetimeFigureOut">
              <a:rPr lang="en-IN" smtClean="0"/>
              <a:t>15-09-2024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6B047B-914F-4FC4-93FB-BDE72D226BE2}" type="slidenum">
              <a:rPr lang="en-IN" smtClean="0"/>
              <a:t>‹#›</a:t>
            </a:fld>
            <a:endParaRPr lang="en-IN"/>
          </a:p>
        </p:txBody>
      </p:sp>
    </p:spTree>
    <p:extLst>
      <p:ext uri="{BB962C8B-B14F-4D97-AF65-F5344CB8AC3E}">
        <p14:creationId xmlns:p14="http://schemas.microsoft.com/office/powerpoint/2010/main" val="3585501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BD22D908-CAFD-476C-B857-7B2C96F81F26}" type="datetimeFigureOut">
              <a:rPr lang="en-IN" smtClean="0"/>
              <a:t>15-09-2024</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16B047B-914F-4FC4-93FB-BDE72D226BE2}" type="slidenum">
              <a:rPr lang="en-IN" smtClean="0"/>
              <a:t>‹#›</a:t>
            </a:fld>
            <a:endParaRPr lang="en-IN"/>
          </a:p>
        </p:txBody>
      </p:sp>
    </p:spTree>
    <p:extLst>
      <p:ext uri="{BB962C8B-B14F-4D97-AF65-F5344CB8AC3E}">
        <p14:creationId xmlns:p14="http://schemas.microsoft.com/office/powerpoint/2010/main" val="987912712"/>
      </p:ext>
    </p:extLst>
  </p:cSld>
  <p:clrMap bg1="lt1" tx1="dk1" bg2="lt2" tx2="dk2" accent1="accent1" accent2="accent2" accent3="accent3" accent4="accent4" accent5="accent5" accent6="accent6" hlink="hlink" folHlink="folHlink"/>
  <p:sldLayoutIdLst>
    <p:sldLayoutId id="2147484121" r:id="rId1"/>
    <p:sldLayoutId id="2147484122" r:id="rId2"/>
    <p:sldLayoutId id="2147484123" r:id="rId3"/>
    <p:sldLayoutId id="2147484124" r:id="rId4"/>
    <p:sldLayoutId id="2147484125" r:id="rId5"/>
    <p:sldLayoutId id="2147484126" r:id="rId6"/>
    <p:sldLayoutId id="2147484127" r:id="rId7"/>
    <p:sldLayoutId id="2147484128" r:id="rId8"/>
    <p:sldLayoutId id="2147484129" r:id="rId9"/>
    <p:sldLayoutId id="2147484130" r:id="rId10"/>
    <p:sldLayoutId id="2147484131" r:id="rId11"/>
    <p:sldLayoutId id="2147484132" r:id="rId12"/>
    <p:sldLayoutId id="2147484133" r:id="rId13"/>
    <p:sldLayoutId id="2147484134" r:id="rId14"/>
    <p:sldLayoutId id="2147484135" r:id="rId15"/>
    <p:sldLayoutId id="2147484136" r:id="rId16"/>
    <p:sldLayoutId id="214748413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937;p39">
            <a:extLst>
              <a:ext uri="{FF2B5EF4-FFF2-40B4-BE49-F238E27FC236}">
                <a16:creationId xmlns:a16="http://schemas.microsoft.com/office/drawing/2014/main" id="{B16D9BEA-A49E-4CCF-93D7-B83CE8B2928A}"/>
              </a:ext>
            </a:extLst>
          </p:cNvPr>
          <p:cNvSpPr txBox="1"/>
          <p:nvPr/>
        </p:nvSpPr>
        <p:spPr>
          <a:xfrm>
            <a:off x="510276" y="2405335"/>
            <a:ext cx="840145" cy="54855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00" b="1" dirty="0">
              <a:solidFill>
                <a:srgbClr val="FFFFFF"/>
              </a:solidFill>
              <a:latin typeface="Georgia Pro Cond" panose="02040506050405020303" pitchFamily="18" charset="0"/>
              <a:ea typeface="Fira Sans"/>
              <a:cs typeface="Fira Sans"/>
              <a:sym typeface="Fira Sans"/>
            </a:endParaRPr>
          </a:p>
        </p:txBody>
      </p:sp>
      <p:sp>
        <p:nvSpPr>
          <p:cNvPr id="9" name="Google Shape;1938;p39">
            <a:extLst>
              <a:ext uri="{FF2B5EF4-FFF2-40B4-BE49-F238E27FC236}">
                <a16:creationId xmlns:a16="http://schemas.microsoft.com/office/drawing/2014/main" id="{5CD23BBF-902F-4F77-881B-AA6A66733A72}"/>
              </a:ext>
            </a:extLst>
          </p:cNvPr>
          <p:cNvSpPr txBox="1"/>
          <p:nvPr/>
        </p:nvSpPr>
        <p:spPr>
          <a:xfrm>
            <a:off x="510276" y="3503164"/>
            <a:ext cx="840145" cy="54855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00" b="1" dirty="0">
              <a:solidFill>
                <a:srgbClr val="FFFFFF"/>
              </a:solidFill>
              <a:latin typeface="Georgia Pro Cond" panose="02040506050405020303" pitchFamily="18" charset="0"/>
              <a:ea typeface="Fira Sans"/>
              <a:cs typeface="Fira Sans"/>
              <a:sym typeface="Fira Sans"/>
            </a:endParaRPr>
          </a:p>
        </p:txBody>
      </p:sp>
      <p:sp>
        <p:nvSpPr>
          <p:cNvPr id="10" name="Google Shape;1939;p39">
            <a:extLst>
              <a:ext uri="{FF2B5EF4-FFF2-40B4-BE49-F238E27FC236}">
                <a16:creationId xmlns:a16="http://schemas.microsoft.com/office/drawing/2014/main" id="{7C6395B7-86E1-42D9-8A69-7A7E2339A351}"/>
              </a:ext>
            </a:extLst>
          </p:cNvPr>
          <p:cNvSpPr txBox="1"/>
          <p:nvPr/>
        </p:nvSpPr>
        <p:spPr>
          <a:xfrm>
            <a:off x="510276" y="4631501"/>
            <a:ext cx="840145" cy="54855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800" b="1" dirty="0">
              <a:solidFill>
                <a:srgbClr val="FFFFFF"/>
              </a:solidFill>
              <a:latin typeface="Georgia Pro Cond" panose="02040506050405020303" pitchFamily="18" charset="0"/>
              <a:ea typeface="Fira Sans"/>
              <a:cs typeface="Fira Sans"/>
              <a:sym typeface="Fira Sans"/>
            </a:endParaRPr>
          </a:p>
        </p:txBody>
      </p:sp>
      <p:sp>
        <p:nvSpPr>
          <p:cNvPr id="38" name="Arrow: Chevron 37">
            <a:extLst>
              <a:ext uri="{FF2B5EF4-FFF2-40B4-BE49-F238E27FC236}">
                <a16:creationId xmlns:a16="http://schemas.microsoft.com/office/drawing/2014/main" id="{17B34A9B-DF94-E4CA-9D43-D0FBD4C01FF0}"/>
              </a:ext>
            </a:extLst>
          </p:cNvPr>
          <p:cNvSpPr/>
          <p:nvPr/>
        </p:nvSpPr>
        <p:spPr>
          <a:xfrm>
            <a:off x="1078303" y="1420158"/>
            <a:ext cx="5615796" cy="1130060"/>
          </a:xfrm>
          <a:prstGeom prst="chevron">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THE PROJECT PHOENIX</a:t>
            </a:r>
          </a:p>
        </p:txBody>
      </p:sp>
      <p:sp>
        <p:nvSpPr>
          <p:cNvPr id="39" name="Rectangle 38">
            <a:extLst>
              <a:ext uri="{FF2B5EF4-FFF2-40B4-BE49-F238E27FC236}">
                <a16:creationId xmlns:a16="http://schemas.microsoft.com/office/drawing/2014/main" id="{E1800E8D-8A24-03C4-4B78-FCE506603385}"/>
              </a:ext>
            </a:extLst>
          </p:cNvPr>
          <p:cNvSpPr/>
          <p:nvPr/>
        </p:nvSpPr>
        <p:spPr>
          <a:xfrm>
            <a:off x="4173353" y="3042301"/>
            <a:ext cx="2337758" cy="548558"/>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 </a:t>
            </a:r>
            <a:r>
              <a:rPr lang="en-IN" dirty="0">
                <a:latin typeface="Aptos ExtraBold" panose="020F0502020204030204" pitchFamily="34" charset="0"/>
              </a:rPr>
              <a:t>BIT’S AND BYTES</a:t>
            </a:r>
          </a:p>
        </p:txBody>
      </p:sp>
      <p:pic>
        <p:nvPicPr>
          <p:cNvPr id="3" name="Picture 2" descr="A tattoo of a bird&#10;&#10;Description automatically generated">
            <a:extLst>
              <a:ext uri="{FF2B5EF4-FFF2-40B4-BE49-F238E27FC236}">
                <a16:creationId xmlns:a16="http://schemas.microsoft.com/office/drawing/2014/main" id="{DC4FCEBB-F737-3377-CB5F-AFFE493D3C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2126" y="1039795"/>
            <a:ext cx="3592514" cy="4502365"/>
          </a:xfrm>
          <a:prstGeom prst="ellipse">
            <a:avLst/>
          </a:prstGeom>
          <a:ln>
            <a:noFill/>
          </a:ln>
          <a:effectLst>
            <a:softEdge rad="112500"/>
          </a:effectLst>
        </p:spPr>
      </p:pic>
    </p:spTree>
    <p:extLst>
      <p:ext uri="{BB962C8B-B14F-4D97-AF65-F5344CB8AC3E}">
        <p14:creationId xmlns:p14="http://schemas.microsoft.com/office/powerpoint/2010/main" val="3387575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32;p39">
            <a:extLst>
              <a:ext uri="{FF2B5EF4-FFF2-40B4-BE49-F238E27FC236}">
                <a16:creationId xmlns:a16="http://schemas.microsoft.com/office/drawing/2014/main" id="{A392D974-F02C-068B-5C9E-EFDDFAA505A5}"/>
              </a:ext>
            </a:extLst>
          </p:cNvPr>
          <p:cNvSpPr/>
          <p:nvPr/>
        </p:nvSpPr>
        <p:spPr>
          <a:xfrm>
            <a:off x="510276" y="3372366"/>
            <a:ext cx="11171449" cy="810154"/>
          </a:xfrm>
          <a:custGeom>
            <a:avLst/>
            <a:gdLst/>
            <a:ahLst/>
            <a:cxnLst/>
            <a:rect l="l" t="t" r="r" b="b"/>
            <a:pathLst>
              <a:path w="162921" h="44898" extrusionOk="0">
                <a:moveTo>
                  <a:pt x="0" y="0"/>
                </a:moveTo>
                <a:lnTo>
                  <a:pt x="0" y="44898"/>
                </a:lnTo>
                <a:lnTo>
                  <a:pt x="162920" y="44898"/>
                </a:lnTo>
                <a:lnTo>
                  <a:pt x="1629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t>            Financial Constraints                                                                               Seeking placement assistance                                                                             </a:t>
            </a:r>
            <a:endParaRPr dirty="0"/>
          </a:p>
        </p:txBody>
      </p:sp>
      <p:sp>
        <p:nvSpPr>
          <p:cNvPr id="3" name="Google Shape;1933;p39">
            <a:extLst>
              <a:ext uri="{FF2B5EF4-FFF2-40B4-BE49-F238E27FC236}">
                <a16:creationId xmlns:a16="http://schemas.microsoft.com/office/drawing/2014/main" id="{44CFE2F7-72AF-A499-5082-D29EC3E7F270}"/>
              </a:ext>
            </a:extLst>
          </p:cNvPr>
          <p:cNvSpPr/>
          <p:nvPr/>
        </p:nvSpPr>
        <p:spPr>
          <a:xfrm>
            <a:off x="538851" y="4487117"/>
            <a:ext cx="11171449" cy="810154"/>
          </a:xfrm>
          <a:custGeom>
            <a:avLst/>
            <a:gdLst/>
            <a:ahLst/>
            <a:cxnLst/>
            <a:rect l="l" t="t" r="r" b="b"/>
            <a:pathLst>
              <a:path w="162921" h="44898" extrusionOk="0">
                <a:moveTo>
                  <a:pt x="0" y="0"/>
                </a:moveTo>
                <a:lnTo>
                  <a:pt x="0" y="44898"/>
                </a:lnTo>
                <a:lnTo>
                  <a:pt x="162920" y="44898"/>
                </a:lnTo>
                <a:lnTo>
                  <a:pt x="1629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t>           Limited Supply of </a:t>
            </a:r>
            <a:r>
              <a:rPr lang="en-US"/>
              <a:t>resources                                                                     Improper Time Management </a:t>
            </a:r>
            <a:endParaRPr dirty="0"/>
          </a:p>
        </p:txBody>
      </p:sp>
      <p:sp>
        <p:nvSpPr>
          <p:cNvPr id="4" name="Google Shape;1935;p39">
            <a:extLst>
              <a:ext uri="{FF2B5EF4-FFF2-40B4-BE49-F238E27FC236}">
                <a16:creationId xmlns:a16="http://schemas.microsoft.com/office/drawing/2014/main" id="{61F02E3C-1A75-E689-EC00-ED5FEB28F258}"/>
              </a:ext>
            </a:extLst>
          </p:cNvPr>
          <p:cNvSpPr/>
          <p:nvPr/>
        </p:nvSpPr>
        <p:spPr>
          <a:xfrm>
            <a:off x="510276" y="2274644"/>
            <a:ext cx="11171449" cy="810154"/>
          </a:xfrm>
          <a:custGeom>
            <a:avLst/>
            <a:gdLst/>
            <a:ahLst/>
            <a:cxnLst/>
            <a:rect l="l" t="t" r="r" b="b"/>
            <a:pathLst>
              <a:path w="162921" h="44898" extrusionOk="0">
                <a:moveTo>
                  <a:pt x="0" y="0"/>
                </a:moveTo>
                <a:lnTo>
                  <a:pt x="0" y="44898"/>
                </a:lnTo>
                <a:lnTo>
                  <a:pt x="162920" y="44898"/>
                </a:lnTo>
                <a:lnTo>
                  <a:pt x="16292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t>            Mental Health                                                                                                   Academic Pressures</a:t>
            </a:r>
            <a:endParaRPr dirty="0"/>
          </a:p>
        </p:txBody>
      </p:sp>
      <p:sp>
        <p:nvSpPr>
          <p:cNvPr id="6" name="Google Shape;1937;p39">
            <a:extLst>
              <a:ext uri="{FF2B5EF4-FFF2-40B4-BE49-F238E27FC236}">
                <a16:creationId xmlns:a16="http://schemas.microsoft.com/office/drawing/2014/main" id="{425BC419-8FF8-45D3-B8DD-615274F0FAAC}"/>
              </a:ext>
            </a:extLst>
          </p:cNvPr>
          <p:cNvSpPr txBox="1"/>
          <p:nvPr/>
        </p:nvSpPr>
        <p:spPr>
          <a:xfrm>
            <a:off x="510276" y="2405335"/>
            <a:ext cx="840145" cy="54855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rgbClr val="FFFFFF"/>
                </a:solidFill>
                <a:latin typeface="Georgia Pro Cond" panose="02040506050405020303" pitchFamily="18" charset="0"/>
                <a:ea typeface="Fira Sans"/>
                <a:cs typeface="Fira Sans"/>
                <a:sym typeface="Fira Sans"/>
              </a:rPr>
              <a:t>01</a:t>
            </a:r>
            <a:endParaRPr sz="2800" b="1" dirty="0">
              <a:solidFill>
                <a:srgbClr val="FFFFFF"/>
              </a:solidFill>
              <a:latin typeface="Georgia Pro Cond" panose="02040506050405020303" pitchFamily="18" charset="0"/>
              <a:ea typeface="Fira Sans"/>
              <a:cs typeface="Fira Sans"/>
              <a:sym typeface="Fira Sans"/>
            </a:endParaRPr>
          </a:p>
        </p:txBody>
      </p:sp>
      <p:sp>
        <p:nvSpPr>
          <p:cNvPr id="7" name="Google Shape;1938;p39">
            <a:extLst>
              <a:ext uri="{FF2B5EF4-FFF2-40B4-BE49-F238E27FC236}">
                <a16:creationId xmlns:a16="http://schemas.microsoft.com/office/drawing/2014/main" id="{1986994D-21D9-0C2A-52D9-74918E872142}"/>
              </a:ext>
            </a:extLst>
          </p:cNvPr>
          <p:cNvSpPr txBox="1"/>
          <p:nvPr/>
        </p:nvSpPr>
        <p:spPr>
          <a:xfrm>
            <a:off x="510276" y="3503164"/>
            <a:ext cx="840145" cy="54855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rgbClr val="FFFFFF"/>
                </a:solidFill>
                <a:latin typeface="Georgia Pro Cond" panose="02040506050405020303" pitchFamily="18" charset="0"/>
                <a:ea typeface="Fira Sans"/>
                <a:cs typeface="Fira Sans"/>
                <a:sym typeface="Fira Sans"/>
              </a:rPr>
              <a:t>02</a:t>
            </a:r>
            <a:endParaRPr sz="2800" b="1" dirty="0">
              <a:solidFill>
                <a:srgbClr val="FFFFFF"/>
              </a:solidFill>
              <a:latin typeface="Georgia Pro Cond" panose="02040506050405020303" pitchFamily="18" charset="0"/>
              <a:ea typeface="Fira Sans"/>
              <a:cs typeface="Fira Sans"/>
              <a:sym typeface="Fira Sans"/>
            </a:endParaRPr>
          </a:p>
        </p:txBody>
      </p:sp>
      <p:sp>
        <p:nvSpPr>
          <p:cNvPr id="8" name="Google Shape;1939;p39">
            <a:extLst>
              <a:ext uri="{FF2B5EF4-FFF2-40B4-BE49-F238E27FC236}">
                <a16:creationId xmlns:a16="http://schemas.microsoft.com/office/drawing/2014/main" id="{1378147F-8C99-E0C0-A056-9511AE72C0BE}"/>
              </a:ext>
            </a:extLst>
          </p:cNvPr>
          <p:cNvSpPr txBox="1"/>
          <p:nvPr/>
        </p:nvSpPr>
        <p:spPr>
          <a:xfrm>
            <a:off x="510276" y="4631501"/>
            <a:ext cx="840145" cy="54855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rgbClr val="FFFFFF"/>
                </a:solidFill>
                <a:latin typeface="Georgia Pro Cond" panose="02040506050405020303" pitchFamily="18" charset="0"/>
                <a:ea typeface="Fira Sans"/>
                <a:cs typeface="Fira Sans"/>
                <a:sym typeface="Fira Sans"/>
              </a:rPr>
              <a:t>03</a:t>
            </a:r>
            <a:endParaRPr sz="2800" b="1" dirty="0">
              <a:solidFill>
                <a:srgbClr val="FFFFFF"/>
              </a:solidFill>
              <a:latin typeface="Georgia Pro Cond" panose="02040506050405020303" pitchFamily="18" charset="0"/>
              <a:ea typeface="Fira Sans"/>
              <a:cs typeface="Fira Sans"/>
              <a:sym typeface="Fira Sans"/>
            </a:endParaRPr>
          </a:p>
        </p:txBody>
      </p:sp>
      <p:sp>
        <p:nvSpPr>
          <p:cNvPr id="9" name="Google Shape;1940;p39">
            <a:extLst>
              <a:ext uri="{FF2B5EF4-FFF2-40B4-BE49-F238E27FC236}">
                <a16:creationId xmlns:a16="http://schemas.microsoft.com/office/drawing/2014/main" id="{2BDD98E1-E68F-CDF8-042C-CF19C2778636}"/>
              </a:ext>
            </a:extLst>
          </p:cNvPr>
          <p:cNvSpPr txBox="1"/>
          <p:nvPr/>
        </p:nvSpPr>
        <p:spPr>
          <a:xfrm>
            <a:off x="10841483" y="2435546"/>
            <a:ext cx="840145" cy="54855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rgbClr val="FFFFFF"/>
                </a:solidFill>
                <a:latin typeface="Georgia Pro Cond" panose="02040506050405020303" pitchFamily="18" charset="0"/>
                <a:ea typeface="Fira Sans"/>
                <a:cs typeface="Fira Sans"/>
                <a:sym typeface="Fira Sans"/>
              </a:rPr>
              <a:t>04</a:t>
            </a:r>
            <a:endParaRPr sz="2800" b="1" dirty="0">
              <a:solidFill>
                <a:srgbClr val="FFFFFF"/>
              </a:solidFill>
              <a:latin typeface="Georgia Pro Cond" panose="02040506050405020303" pitchFamily="18" charset="0"/>
              <a:ea typeface="Fira Sans"/>
              <a:cs typeface="Fira Sans"/>
              <a:sym typeface="Fira Sans"/>
            </a:endParaRPr>
          </a:p>
        </p:txBody>
      </p:sp>
      <p:sp>
        <p:nvSpPr>
          <p:cNvPr id="10" name="Google Shape;1941;p39">
            <a:extLst>
              <a:ext uri="{FF2B5EF4-FFF2-40B4-BE49-F238E27FC236}">
                <a16:creationId xmlns:a16="http://schemas.microsoft.com/office/drawing/2014/main" id="{1C3C7B77-3D69-2F9D-E6D6-B5C9AF7571F7}"/>
              </a:ext>
            </a:extLst>
          </p:cNvPr>
          <p:cNvSpPr txBox="1"/>
          <p:nvPr/>
        </p:nvSpPr>
        <p:spPr>
          <a:xfrm>
            <a:off x="10841483" y="3503164"/>
            <a:ext cx="840145" cy="54855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rgbClr val="FFFFFF"/>
                </a:solidFill>
                <a:latin typeface="Georgia Pro Cond" panose="02040506050405020303" pitchFamily="18" charset="0"/>
                <a:ea typeface="Fira Sans"/>
                <a:cs typeface="Fira Sans"/>
                <a:sym typeface="Fira Sans"/>
              </a:rPr>
              <a:t>05</a:t>
            </a:r>
            <a:endParaRPr sz="2800" b="1" dirty="0">
              <a:solidFill>
                <a:srgbClr val="FFFFFF"/>
              </a:solidFill>
              <a:latin typeface="Georgia Pro Cond" panose="02040506050405020303" pitchFamily="18" charset="0"/>
              <a:ea typeface="Fira Sans"/>
              <a:cs typeface="Fira Sans"/>
              <a:sym typeface="Fira Sans"/>
            </a:endParaRPr>
          </a:p>
        </p:txBody>
      </p:sp>
      <p:sp>
        <p:nvSpPr>
          <p:cNvPr id="11" name="Google Shape;1942;p39">
            <a:extLst>
              <a:ext uri="{FF2B5EF4-FFF2-40B4-BE49-F238E27FC236}">
                <a16:creationId xmlns:a16="http://schemas.microsoft.com/office/drawing/2014/main" id="{B2232FB0-FC1A-3EEC-FA2F-9233024E9639}"/>
              </a:ext>
            </a:extLst>
          </p:cNvPr>
          <p:cNvSpPr txBox="1"/>
          <p:nvPr/>
        </p:nvSpPr>
        <p:spPr>
          <a:xfrm>
            <a:off x="10841483" y="4631501"/>
            <a:ext cx="840145" cy="54855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rgbClr val="FFFFFF"/>
                </a:solidFill>
                <a:latin typeface="Georgia Pro Cond" panose="02040506050405020303" pitchFamily="18" charset="0"/>
                <a:ea typeface="Fira Sans"/>
                <a:cs typeface="Fira Sans"/>
                <a:sym typeface="Fira Sans"/>
              </a:rPr>
              <a:t>06</a:t>
            </a:r>
            <a:endParaRPr sz="2800" b="1" dirty="0">
              <a:solidFill>
                <a:srgbClr val="FFFFFF"/>
              </a:solidFill>
              <a:latin typeface="Georgia Pro Cond" panose="02040506050405020303" pitchFamily="18" charset="0"/>
              <a:ea typeface="Fira Sans"/>
              <a:cs typeface="Fira Sans"/>
              <a:sym typeface="Fira Sans"/>
            </a:endParaRPr>
          </a:p>
        </p:txBody>
      </p:sp>
      <p:sp>
        <p:nvSpPr>
          <p:cNvPr id="16" name="Google Shape;1948;p39">
            <a:extLst>
              <a:ext uri="{FF2B5EF4-FFF2-40B4-BE49-F238E27FC236}">
                <a16:creationId xmlns:a16="http://schemas.microsoft.com/office/drawing/2014/main" id="{A9473E56-FCC2-9897-CD60-15B432153639}"/>
              </a:ext>
            </a:extLst>
          </p:cNvPr>
          <p:cNvSpPr/>
          <p:nvPr/>
        </p:nvSpPr>
        <p:spPr>
          <a:xfrm>
            <a:off x="4908295" y="1903101"/>
            <a:ext cx="2294006" cy="4095247"/>
          </a:xfrm>
          <a:prstGeom prst="roundRect">
            <a:avLst>
              <a:gd name="adj" fmla="val 50000"/>
            </a:avLst>
          </a:prstGeom>
          <a:solidFill>
            <a:schemeClr val="bg1"/>
          </a:solidFill>
          <a:ln w="9525" cap="flat" cmpd="sng">
            <a:solidFill>
              <a:schemeClr val="accent1"/>
            </a:solidFill>
            <a:prstDash val="solid"/>
            <a:round/>
            <a:headEnd type="none" w="sm" len="sm"/>
            <a:tailEnd type="none" w="sm" len="sm"/>
          </a:ln>
          <a:effectLst>
            <a:glow rad="228600">
              <a:schemeClr val="accent1">
                <a:satMod val="175000"/>
                <a:alpha val="40000"/>
              </a:schemeClr>
            </a:glo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roup 17">
            <a:extLst>
              <a:ext uri="{FF2B5EF4-FFF2-40B4-BE49-F238E27FC236}">
                <a16:creationId xmlns:a16="http://schemas.microsoft.com/office/drawing/2014/main" id="{3E697C64-5A2D-4F47-C5E0-4F319C23DBC7}"/>
              </a:ext>
            </a:extLst>
          </p:cNvPr>
          <p:cNvGrpSpPr/>
          <p:nvPr/>
        </p:nvGrpSpPr>
        <p:grpSpPr>
          <a:xfrm>
            <a:off x="5274390" y="2697723"/>
            <a:ext cx="1592183" cy="1827657"/>
            <a:chOff x="5294392" y="3056115"/>
            <a:chExt cx="1493217" cy="1679184"/>
          </a:xfrm>
          <a:solidFill>
            <a:schemeClr val="bg1"/>
          </a:solidFill>
        </p:grpSpPr>
        <p:pic>
          <p:nvPicPr>
            <p:cNvPr id="19" name="Picture 2" descr="Image result for challenges icon png">
              <a:extLst>
                <a:ext uri="{FF2B5EF4-FFF2-40B4-BE49-F238E27FC236}">
                  <a16:creationId xmlns:a16="http://schemas.microsoft.com/office/drawing/2014/main" id="{FF795544-2687-936C-1944-97FCB2336A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4392" y="3492627"/>
              <a:ext cx="1493217" cy="1242672"/>
            </a:xfrm>
            <a:prstGeom prst="rect">
              <a:avLst/>
            </a:prstGeom>
            <a:grpFill/>
            <a:ln>
              <a:solidFill>
                <a:schemeClr val="bg1"/>
              </a:solidFill>
            </a:ln>
          </p:spPr>
        </p:pic>
        <p:sp>
          <p:nvSpPr>
            <p:cNvPr id="20" name="TextBox 19">
              <a:extLst>
                <a:ext uri="{FF2B5EF4-FFF2-40B4-BE49-F238E27FC236}">
                  <a16:creationId xmlns:a16="http://schemas.microsoft.com/office/drawing/2014/main" id="{DECEE742-650D-BB62-C4EA-B1C3269FE202}"/>
                </a:ext>
              </a:extLst>
            </p:cNvPr>
            <p:cNvSpPr txBox="1"/>
            <p:nvPr/>
          </p:nvSpPr>
          <p:spPr>
            <a:xfrm>
              <a:off x="5294489" y="3056115"/>
              <a:ext cx="1464545" cy="400110"/>
            </a:xfrm>
            <a:prstGeom prst="rect">
              <a:avLst/>
            </a:prstGeom>
            <a:grpFill/>
            <a:ln>
              <a:solidFill>
                <a:schemeClr val="bg1"/>
              </a:solidFill>
            </a:ln>
          </p:spPr>
          <p:txBody>
            <a:bodyPr wrap="square" rtlCol="0">
              <a:spAutoFit/>
            </a:bodyPr>
            <a:lstStyle/>
            <a:p>
              <a:pPr algn="ctr"/>
              <a:endParaRPr lang="en-IN" sz="2000" dirty="0">
                <a:solidFill>
                  <a:schemeClr val="bg1"/>
                </a:solidFill>
                <a:latin typeface="Georgia" panose="02040502050405020303" pitchFamily="18" charset="0"/>
              </a:endParaRPr>
            </a:p>
          </p:txBody>
        </p:sp>
      </p:grpSp>
      <p:sp>
        <p:nvSpPr>
          <p:cNvPr id="21" name="TextBox 20">
            <a:extLst>
              <a:ext uri="{FF2B5EF4-FFF2-40B4-BE49-F238E27FC236}">
                <a16:creationId xmlns:a16="http://schemas.microsoft.com/office/drawing/2014/main" id="{6DC2D50E-AB26-75A0-A24B-2142BC546BD4}"/>
              </a:ext>
            </a:extLst>
          </p:cNvPr>
          <p:cNvSpPr txBox="1"/>
          <p:nvPr/>
        </p:nvSpPr>
        <p:spPr>
          <a:xfrm>
            <a:off x="18203" y="269740"/>
            <a:ext cx="12192000" cy="553998"/>
          </a:xfrm>
          <a:prstGeom prst="rect">
            <a:avLst/>
          </a:prstGeom>
          <a:noFill/>
        </p:spPr>
        <p:txBody>
          <a:bodyPr wrap="square" rtlCol="0">
            <a:spAutoFit/>
          </a:bodyPr>
          <a:lstStyle/>
          <a:p>
            <a:pPr algn="ctr"/>
            <a:r>
              <a:rPr lang="en-IN" sz="3000" dirty="0">
                <a:latin typeface="Georgia" panose="02040502050405020303" pitchFamily="18" charset="0"/>
                <a:ea typeface="Cambria" panose="02040503050406030204" pitchFamily="18" charset="0"/>
                <a:cs typeface="+mj-cs"/>
              </a:rPr>
              <a:t>Challenges Faced By The Students</a:t>
            </a:r>
          </a:p>
        </p:txBody>
      </p:sp>
    </p:spTree>
    <p:extLst>
      <p:ext uri="{BB962C8B-B14F-4D97-AF65-F5344CB8AC3E}">
        <p14:creationId xmlns:p14="http://schemas.microsoft.com/office/powerpoint/2010/main" val="3851012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oup of people building a puzzle&#10;&#10;Description automatically generated">
            <a:extLst>
              <a:ext uri="{FF2B5EF4-FFF2-40B4-BE49-F238E27FC236}">
                <a16:creationId xmlns:a16="http://schemas.microsoft.com/office/drawing/2014/main" id="{EBC6E455-4C53-DBDF-50A0-416E03659D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450" y="1019175"/>
            <a:ext cx="5697595" cy="4476750"/>
          </a:xfrm>
          <a:prstGeom prst="rect">
            <a:avLst/>
          </a:prstGeom>
        </p:spPr>
      </p:pic>
      <p:sp>
        <p:nvSpPr>
          <p:cNvPr id="10" name="TextBox 9">
            <a:extLst>
              <a:ext uri="{FF2B5EF4-FFF2-40B4-BE49-F238E27FC236}">
                <a16:creationId xmlns:a16="http://schemas.microsoft.com/office/drawing/2014/main" id="{0F774567-F9F1-2C7B-4459-B68529783D05}"/>
              </a:ext>
            </a:extLst>
          </p:cNvPr>
          <p:cNvSpPr txBox="1"/>
          <p:nvPr/>
        </p:nvSpPr>
        <p:spPr>
          <a:xfrm>
            <a:off x="990600" y="1295400"/>
            <a:ext cx="4800600" cy="461665"/>
          </a:xfrm>
          <a:prstGeom prst="rect">
            <a:avLst/>
          </a:prstGeom>
          <a:noFill/>
        </p:spPr>
        <p:txBody>
          <a:bodyPr wrap="square" rtlCol="0">
            <a:spAutoFit/>
          </a:bodyPr>
          <a:lstStyle/>
          <a:p>
            <a:r>
              <a:rPr lang="en-US" sz="2400" b="1" dirty="0"/>
              <a:t>INTRODUCTION</a:t>
            </a:r>
            <a:endParaRPr lang="en-IN" sz="2400" b="1" dirty="0"/>
          </a:p>
        </p:txBody>
      </p:sp>
      <p:sp>
        <p:nvSpPr>
          <p:cNvPr id="11" name="TextBox 10">
            <a:extLst>
              <a:ext uri="{FF2B5EF4-FFF2-40B4-BE49-F238E27FC236}">
                <a16:creationId xmlns:a16="http://schemas.microsoft.com/office/drawing/2014/main" id="{64B264A9-9199-10FE-CAA3-AC168AC45B58}"/>
              </a:ext>
            </a:extLst>
          </p:cNvPr>
          <p:cNvSpPr txBox="1"/>
          <p:nvPr/>
        </p:nvSpPr>
        <p:spPr>
          <a:xfrm>
            <a:off x="990600" y="2333625"/>
            <a:ext cx="4933951" cy="3970318"/>
          </a:xfrm>
          <a:prstGeom prst="rect">
            <a:avLst/>
          </a:prstGeom>
          <a:noFill/>
        </p:spPr>
        <p:txBody>
          <a:bodyPr wrap="square" rtlCol="0">
            <a:spAutoFit/>
          </a:bodyPr>
          <a:lstStyle/>
          <a:p>
            <a:pPr marL="285750" indent="-285750">
              <a:buFont typeface="Wingdings" panose="05000000000000000000" pitchFamily="2" charset="2"/>
              <a:buChar char="Ø"/>
            </a:pPr>
            <a:r>
              <a:rPr lang="en-US" dirty="0"/>
              <a:t>In Today’s situation, students have the potential to study, perform various other activities still there are some obstacles which prevent them from reaching their goal. We're here to implement a solution to their problem through our idea called </a:t>
            </a:r>
            <a:r>
              <a:rPr lang="en-US" i="1" u="sng" dirty="0">
                <a:latin typeface="Amasis MT Pro Light" panose="020F0502020204030204" pitchFamily="18" charset="0"/>
              </a:rPr>
              <a:t>“</a:t>
            </a:r>
            <a:r>
              <a:rPr lang="en-US" i="1" u="sng" dirty="0">
                <a:latin typeface="Amasis MT Pro Black" panose="02040A04050005020304" pitchFamily="18" charset="0"/>
              </a:rPr>
              <a:t>THE PROJECT PHOENIX”.</a:t>
            </a:r>
          </a:p>
          <a:p>
            <a:endParaRPr lang="en-US" dirty="0"/>
          </a:p>
          <a:p>
            <a:pPr marL="285750" indent="-285750">
              <a:buFont typeface="Wingdings" panose="05000000000000000000" pitchFamily="2" charset="2"/>
              <a:buChar char="Ø"/>
            </a:pPr>
            <a:r>
              <a:rPr lang="en-US" dirty="0"/>
              <a:t>This project depicts  the idea of gathering youth minds and guiding the students who struggle to balance their educational career as well as personal life.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We would like to proceed forward this idea through our app called </a:t>
            </a:r>
            <a:r>
              <a:rPr lang="en-US" i="1" u="sng" dirty="0">
                <a:latin typeface="Amasis MT Pro Black" panose="02040A04050005020304" pitchFamily="18" charset="0"/>
              </a:rPr>
              <a:t>“EDULIFE”.</a:t>
            </a:r>
            <a:endParaRPr lang="en-IN" i="1" u="sng" dirty="0">
              <a:latin typeface="Amasis MT Pro Black" panose="02040A04050005020304" pitchFamily="18" charset="0"/>
            </a:endParaRPr>
          </a:p>
        </p:txBody>
      </p:sp>
    </p:spTree>
    <p:extLst>
      <p:ext uri="{BB962C8B-B14F-4D97-AF65-F5344CB8AC3E}">
        <p14:creationId xmlns:p14="http://schemas.microsoft.com/office/powerpoint/2010/main" val="797816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1EA03A15-84CB-E625-064E-AF8167EBCBD7}"/>
              </a:ext>
            </a:extLst>
          </p:cNvPr>
          <p:cNvSpPr/>
          <p:nvPr/>
        </p:nvSpPr>
        <p:spPr>
          <a:xfrm>
            <a:off x="239598" y="1305510"/>
            <a:ext cx="4263417" cy="3999617"/>
          </a:xfrm>
          <a:custGeom>
            <a:avLst/>
            <a:gdLst>
              <a:gd name="connsiteX0" fmla="*/ 3720081 w 3720535"/>
              <a:gd name="connsiteY0" fmla="*/ 1860052 h 3720535"/>
              <a:gd name="connsiteX1" fmla="*/ 1859813 w 3720535"/>
              <a:gd name="connsiteY1" fmla="*/ 3720319 h 3720535"/>
              <a:gd name="connsiteX2" fmla="*/ -455 w 3720535"/>
              <a:gd name="connsiteY2" fmla="*/ 1860052 h 3720535"/>
              <a:gd name="connsiteX3" fmla="*/ 1859813 w 3720535"/>
              <a:gd name="connsiteY3" fmla="*/ -216 h 3720535"/>
              <a:gd name="connsiteX4" fmla="*/ 3720081 w 3720535"/>
              <a:gd name="connsiteY4" fmla="*/ 1860052 h 3720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0535" h="3720535">
                <a:moveTo>
                  <a:pt x="3720081" y="1860052"/>
                </a:moveTo>
                <a:cubicBezTo>
                  <a:pt x="3720081" y="2887449"/>
                  <a:pt x="2887211" y="3720319"/>
                  <a:pt x="1859813" y="3720319"/>
                </a:cubicBezTo>
                <a:cubicBezTo>
                  <a:pt x="832416" y="3720319"/>
                  <a:pt x="-455" y="2887449"/>
                  <a:pt x="-455" y="1860052"/>
                </a:cubicBezTo>
                <a:cubicBezTo>
                  <a:pt x="-455" y="832654"/>
                  <a:pt x="832416" y="-216"/>
                  <a:pt x="1859813" y="-216"/>
                </a:cubicBezTo>
                <a:cubicBezTo>
                  <a:pt x="2887211" y="-216"/>
                  <a:pt x="3720081" y="832654"/>
                  <a:pt x="3720081" y="1860052"/>
                </a:cubicBezTo>
                <a:close/>
              </a:path>
            </a:pathLst>
          </a:custGeom>
          <a:solidFill>
            <a:schemeClr val="bg1"/>
          </a:solidFill>
          <a:ln w="3612" cap="flat">
            <a:noFill/>
            <a:prstDash val="solid"/>
            <a:miter/>
          </a:ln>
          <a:effectLst>
            <a:outerShdw blurRad="63500" sx="102000" sy="102000" algn="ctr" rotWithShape="0">
              <a:prstClr val="black">
                <a:alpha val="20000"/>
              </a:prstClr>
            </a:outerShdw>
          </a:effectLst>
        </p:spPr>
        <p:txBody>
          <a:bodyPr rtlCol="0" anchor="ctr"/>
          <a:lstStyle/>
          <a:p>
            <a:endParaRPr lang="en-US" dirty="0"/>
          </a:p>
        </p:txBody>
      </p:sp>
      <p:sp>
        <p:nvSpPr>
          <p:cNvPr id="8" name="Freeform: Shape 7">
            <a:extLst>
              <a:ext uri="{FF2B5EF4-FFF2-40B4-BE49-F238E27FC236}">
                <a16:creationId xmlns:a16="http://schemas.microsoft.com/office/drawing/2014/main" id="{DAF137B5-B144-1B89-FAD7-E5C31C590023}"/>
              </a:ext>
            </a:extLst>
          </p:cNvPr>
          <p:cNvSpPr/>
          <p:nvPr/>
        </p:nvSpPr>
        <p:spPr>
          <a:xfrm>
            <a:off x="5205264" y="477949"/>
            <a:ext cx="774176" cy="774176"/>
          </a:xfrm>
          <a:custGeom>
            <a:avLst/>
            <a:gdLst>
              <a:gd name="connsiteX0" fmla="*/ 773722 w 774176"/>
              <a:gd name="connsiteY0" fmla="*/ 386873 h 774176"/>
              <a:gd name="connsiteX1" fmla="*/ 386634 w 774176"/>
              <a:gd name="connsiteY1" fmla="*/ 773961 h 774176"/>
              <a:gd name="connsiteX2" fmla="*/ -455 w 774176"/>
              <a:gd name="connsiteY2" fmla="*/ 386873 h 774176"/>
              <a:gd name="connsiteX3" fmla="*/ 386634 w 774176"/>
              <a:gd name="connsiteY3" fmla="*/ -216 h 774176"/>
              <a:gd name="connsiteX4" fmla="*/ 773722 w 774176"/>
              <a:gd name="connsiteY4" fmla="*/ 386873 h 77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176" h="774176">
                <a:moveTo>
                  <a:pt x="773722" y="386873"/>
                </a:moveTo>
                <a:cubicBezTo>
                  <a:pt x="773722" y="600654"/>
                  <a:pt x="600401" y="773961"/>
                  <a:pt x="386634" y="773961"/>
                </a:cubicBezTo>
                <a:cubicBezTo>
                  <a:pt x="172867" y="773961"/>
                  <a:pt x="-455" y="600654"/>
                  <a:pt x="-455" y="386873"/>
                </a:cubicBezTo>
                <a:cubicBezTo>
                  <a:pt x="-455" y="173091"/>
                  <a:pt x="172867" y="-216"/>
                  <a:pt x="386634" y="-216"/>
                </a:cubicBezTo>
                <a:cubicBezTo>
                  <a:pt x="600365" y="-97"/>
                  <a:pt x="773614" y="173138"/>
                  <a:pt x="773722" y="386873"/>
                </a:cubicBezTo>
                <a:close/>
              </a:path>
            </a:pathLst>
          </a:custGeom>
          <a:solidFill>
            <a:schemeClr val="bg1"/>
          </a:solidFill>
          <a:ln w="3612" cap="flat">
            <a:noFill/>
            <a:prstDash val="solid"/>
            <a:miter/>
          </a:ln>
          <a:effectLst>
            <a:outerShdw blurRad="63500" sx="102000" sy="102000" algn="ctr" rotWithShape="0">
              <a:prstClr val="black">
                <a:alpha val="20000"/>
              </a:prstClr>
            </a:outerShdw>
          </a:effectLst>
        </p:spPr>
        <p:txBody>
          <a:bodyPr rtlCol="0" anchor="ctr"/>
          <a:lstStyle/>
          <a:p>
            <a:endParaRPr lang="en-US" dirty="0"/>
          </a:p>
        </p:txBody>
      </p:sp>
      <p:sp>
        <p:nvSpPr>
          <p:cNvPr id="9" name="Freeform: Shape 8">
            <a:extLst>
              <a:ext uri="{FF2B5EF4-FFF2-40B4-BE49-F238E27FC236}">
                <a16:creationId xmlns:a16="http://schemas.microsoft.com/office/drawing/2014/main" id="{4C0BFECC-480A-7EDC-B71D-D4403C2E9C64}"/>
              </a:ext>
            </a:extLst>
          </p:cNvPr>
          <p:cNvSpPr/>
          <p:nvPr/>
        </p:nvSpPr>
        <p:spPr>
          <a:xfrm>
            <a:off x="5227843" y="1488326"/>
            <a:ext cx="774176" cy="774176"/>
          </a:xfrm>
          <a:custGeom>
            <a:avLst/>
            <a:gdLst>
              <a:gd name="connsiteX0" fmla="*/ 773722 w 774176"/>
              <a:gd name="connsiteY0" fmla="*/ 386873 h 774176"/>
              <a:gd name="connsiteX1" fmla="*/ 386634 w 774176"/>
              <a:gd name="connsiteY1" fmla="*/ 773961 h 774176"/>
              <a:gd name="connsiteX2" fmla="*/ -455 w 774176"/>
              <a:gd name="connsiteY2" fmla="*/ 386873 h 774176"/>
              <a:gd name="connsiteX3" fmla="*/ 386634 w 774176"/>
              <a:gd name="connsiteY3" fmla="*/ -216 h 774176"/>
              <a:gd name="connsiteX4" fmla="*/ 773722 w 774176"/>
              <a:gd name="connsiteY4" fmla="*/ 386873 h 77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176" h="774176">
                <a:moveTo>
                  <a:pt x="773722" y="386873"/>
                </a:moveTo>
                <a:cubicBezTo>
                  <a:pt x="773722" y="600654"/>
                  <a:pt x="600401" y="773961"/>
                  <a:pt x="386634" y="773961"/>
                </a:cubicBezTo>
                <a:cubicBezTo>
                  <a:pt x="172867" y="773961"/>
                  <a:pt x="-455" y="600654"/>
                  <a:pt x="-455" y="386873"/>
                </a:cubicBezTo>
                <a:cubicBezTo>
                  <a:pt x="-455" y="173091"/>
                  <a:pt x="172867" y="-216"/>
                  <a:pt x="386634" y="-216"/>
                </a:cubicBezTo>
                <a:cubicBezTo>
                  <a:pt x="600365" y="-97"/>
                  <a:pt x="773614" y="173138"/>
                  <a:pt x="773722" y="386873"/>
                </a:cubicBezTo>
                <a:close/>
              </a:path>
            </a:pathLst>
          </a:custGeom>
          <a:solidFill>
            <a:schemeClr val="bg1"/>
          </a:solidFill>
          <a:ln w="3612" cap="flat">
            <a:noFill/>
            <a:prstDash val="solid"/>
            <a:miter/>
          </a:ln>
          <a:effectLst>
            <a:outerShdw blurRad="63500" sx="102000" sy="102000" algn="ctr" rotWithShape="0">
              <a:prstClr val="black">
                <a:alpha val="20000"/>
              </a:prstClr>
            </a:outerShdw>
          </a:effectLst>
        </p:spPr>
        <p:txBody>
          <a:bodyPr rtlCol="0" anchor="ctr"/>
          <a:lstStyle/>
          <a:p>
            <a:endParaRPr lang="en-US"/>
          </a:p>
        </p:txBody>
      </p:sp>
      <p:sp>
        <p:nvSpPr>
          <p:cNvPr id="10" name="Freeform: Shape 9">
            <a:extLst>
              <a:ext uri="{FF2B5EF4-FFF2-40B4-BE49-F238E27FC236}">
                <a16:creationId xmlns:a16="http://schemas.microsoft.com/office/drawing/2014/main" id="{5676BFDB-FCF7-F4FF-947B-E463439643C2}"/>
              </a:ext>
            </a:extLst>
          </p:cNvPr>
          <p:cNvSpPr/>
          <p:nvPr/>
        </p:nvSpPr>
        <p:spPr>
          <a:xfrm>
            <a:off x="5205264" y="2531143"/>
            <a:ext cx="774176" cy="774176"/>
          </a:xfrm>
          <a:custGeom>
            <a:avLst/>
            <a:gdLst>
              <a:gd name="connsiteX0" fmla="*/ 773722 w 774176"/>
              <a:gd name="connsiteY0" fmla="*/ 386873 h 774176"/>
              <a:gd name="connsiteX1" fmla="*/ 386634 w 774176"/>
              <a:gd name="connsiteY1" fmla="*/ 773961 h 774176"/>
              <a:gd name="connsiteX2" fmla="*/ -455 w 774176"/>
              <a:gd name="connsiteY2" fmla="*/ 386873 h 774176"/>
              <a:gd name="connsiteX3" fmla="*/ 386634 w 774176"/>
              <a:gd name="connsiteY3" fmla="*/ -216 h 774176"/>
              <a:gd name="connsiteX4" fmla="*/ 773722 w 774176"/>
              <a:gd name="connsiteY4" fmla="*/ 386873 h 77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176" h="774176">
                <a:moveTo>
                  <a:pt x="773722" y="386873"/>
                </a:moveTo>
                <a:cubicBezTo>
                  <a:pt x="773722" y="600654"/>
                  <a:pt x="600401" y="773961"/>
                  <a:pt x="386634" y="773961"/>
                </a:cubicBezTo>
                <a:cubicBezTo>
                  <a:pt x="172867" y="773961"/>
                  <a:pt x="-455" y="600654"/>
                  <a:pt x="-455" y="386873"/>
                </a:cubicBezTo>
                <a:cubicBezTo>
                  <a:pt x="-455" y="173091"/>
                  <a:pt x="172867" y="-216"/>
                  <a:pt x="386634" y="-216"/>
                </a:cubicBezTo>
                <a:cubicBezTo>
                  <a:pt x="600365" y="-97"/>
                  <a:pt x="773614" y="173138"/>
                  <a:pt x="773722" y="386873"/>
                </a:cubicBezTo>
                <a:close/>
              </a:path>
            </a:pathLst>
          </a:custGeom>
          <a:solidFill>
            <a:schemeClr val="bg1"/>
          </a:solidFill>
          <a:ln w="3612" cap="flat">
            <a:noFill/>
            <a:prstDash val="solid"/>
            <a:miter/>
          </a:ln>
          <a:effectLst>
            <a:outerShdw blurRad="63500" sx="102000" sy="102000" algn="ctr" rotWithShape="0">
              <a:prstClr val="black">
                <a:alpha val="20000"/>
              </a:prstClr>
            </a:outerShdw>
          </a:effectLst>
        </p:spPr>
        <p:txBody>
          <a:bodyPr rtlCol="0" anchor="ctr"/>
          <a:lstStyle/>
          <a:p>
            <a:endParaRPr lang="en-US"/>
          </a:p>
        </p:txBody>
      </p:sp>
      <p:sp>
        <p:nvSpPr>
          <p:cNvPr id="11" name="Freeform: Shape 10">
            <a:extLst>
              <a:ext uri="{FF2B5EF4-FFF2-40B4-BE49-F238E27FC236}">
                <a16:creationId xmlns:a16="http://schemas.microsoft.com/office/drawing/2014/main" id="{1A1F3F51-9BF0-54F2-78AF-C8FF740CF3A9}"/>
              </a:ext>
            </a:extLst>
          </p:cNvPr>
          <p:cNvSpPr/>
          <p:nvPr/>
        </p:nvSpPr>
        <p:spPr>
          <a:xfrm>
            <a:off x="5205264" y="3552682"/>
            <a:ext cx="774176" cy="774176"/>
          </a:xfrm>
          <a:custGeom>
            <a:avLst/>
            <a:gdLst>
              <a:gd name="connsiteX0" fmla="*/ 773722 w 774176"/>
              <a:gd name="connsiteY0" fmla="*/ 386873 h 774176"/>
              <a:gd name="connsiteX1" fmla="*/ 386634 w 774176"/>
              <a:gd name="connsiteY1" fmla="*/ 773961 h 774176"/>
              <a:gd name="connsiteX2" fmla="*/ -455 w 774176"/>
              <a:gd name="connsiteY2" fmla="*/ 386873 h 774176"/>
              <a:gd name="connsiteX3" fmla="*/ 386634 w 774176"/>
              <a:gd name="connsiteY3" fmla="*/ -216 h 774176"/>
              <a:gd name="connsiteX4" fmla="*/ 773722 w 774176"/>
              <a:gd name="connsiteY4" fmla="*/ 386873 h 77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176" h="774176">
                <a:moveTo>
                  <a:pt x="773722" y="386873"/>
                </a:moveTo>
                <a:cubicBezTo>
                  <a:pt x="773722" y="600654"/>
                  <a:pt x="600401" y="773961"/>
                  <a:pt x="386634" y="773961"/>
                </a:cubicBezTo>
                <a:cubicBezTo>
                  <a:pt x="172867" y="773961"/>
                  <a:pt x="-455" y="600654"/>
                  <a:pt x="-455" y="386873"/>
                </a:cubicBezTo>
                <a:cubicBezTo>
                  <a:pt x="-455" y="173091"/>
                  <a:pt x="172867" y="-216"/>
                  <a:pt x="386634" y="-216"/>
                </a:cubicBezTo>
                <a:cubicBezTo>
                  <a:pt x="600365" y="-97"/>
                  <a:pt x="773614" y="173138"/>
                  <a:pt x="773722" y="386873"/>
                </a:cubicBezTo>
                <a:close/>
              </a:path>
            </a:pathLst>
          </a:custGeom>
          <a:solidFill>
            <a:schemeClr val="bg1"/>
          </a:solidFill>
          <a:ln w="3612" cap="flat">
            <a:noFill/>
            <a:prstDash val="solid"/>
            <a:miter/>
          </a:ln>
          <a:effectLst>
            <a:outerShdw blurRad="63500" sx="102000" sy="102000" algn="ctr" rotWithShape="0">
              <a:prstClr val="black">
                <a:alpha val="20000"/>
              </a:prstClr>
            </a:outerShdw>
          </a:effectLst>
        </p:spPr>
        <p:txBody>
          <a:bodyPr rtlCol="0" anchor="ctr"/>
          <a:lstStyle/>
          <a:p>
            <a:endParaRPr lang="en-US"/>
          </a:p>
        </p:txBody>
      </p:sp>
      <p:sp>
        <p:nvSpPr>
          <p:cNvPr id="12" name="Freeform: Shape 11">
            <a:extLst>
              <a:ext uri="{FF2B5EF4-FFF2-40B4-BE49-F238E27FC236}">
                <a16:creationId xmlns:a16="http://schemas.microsoft.com/office/drawing/2014/main" id="{800B61E6-FC86-9474-0B53-C08890947D2D}"/>
              </a:ext>
            </a:extLst>
          </p:cNvPr>
          <p:cNvSpPr/>
          <p:nvPr/>
        </p:nvSpPr>
        <p:spPr>
          <a:xfrm>
            <a:off x="5205264" y="4584337"/>
            <a:ext cx="774176" cy="774176"/>
          </a:xfrm>
          <a:custGeom>
            <a:avLst/>
            <a:gdLst>
              <a:gd name="connsiteX0" fmla="*/ 773722 w 774176"/>
              <a:gd name="connsiteY0" fmla="*/ 386873 h 774176"/>
              <a:gd name="connsiteX1" fmla="*/ 386634 w 774176"/>
              <a:gd name="connsiteY1" fmla="*/ 773961 h 774176"/>
              <a:gd name="connsiteX2" fmla="*/ -455 w 774176"/>
              <a:gd name="connsiteY2" fmla="*/ 386873 h 774176"/>
              <a:gd name="connsiteX3" fmla="*/ 386634 w 774176"/>
              <a:gd name="connsiteY3" fmla="*/ -216 h 774176"/>
              <a:gd name="connsiteX4" fmla="*/ 773722 w 774176"/>
              <a:gd name="connsiteY4" fmla="*/ 386873 h 77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176" h="774176">
                <a:moveTo>
                  <a:pt x="773722" y="386873"/>
                </a:moveTo>
                <a:cubicBezTo>
                  <a:pt x="773722" y="600654"/>
                  <a:pt x="600401" y="773961"/>
                  <a:pt x="386634" y="773961"/>
                </a:cubicBezTo>
                <a:cubicBezTo>
                  <a:pt x="172867" y="773961"/>
                  <a:pt x="-455" y="600654"/>
                  <a:pt x="-455" y="386873"/>
                </a:cubicBezTo>
                <a:cubicBezTo>
                  <a:pt x="-455" y="173091"/>
                  <a:pt x="172867" y="-216"/>
                  <a:pt x="386634" y="-216"/>
                </a:cubicBezTo>
                <a:cubicBezTo>
                  <a:pt x="600365" y="-97"/>
                  <a:pt x="773614" y="173138"/>
                  <a:pt x="773722" y="386873"/>
                </a:cubicBezTo>
                <a:close/>
              </a:path>
            </a:pathLst>
          </a:custGeom>
          <a:solidFill>
            <a:schemeClr val="bg1"/>
          </a:solidFill>
          <a:ln w="3612" cap="flat">
            <a:noFill/>
            <a:prstDash val="solid"/>
            <a:miter/>
          </a:ln>
          <a:effectLst>
            <a:outerShdw blurRad="63500" sx="102000" sy="102000" algn="ctr" rotWithShape="0">
              <a:prstClr val="black">
                <a:alpha val="20000"/>
              </a:prstClr>
            </a:outerShdw>
          </a:effectLst>
        </p:spPr>
        <p:txBody>
          <a:bodyPr rtlCol="0" anchor="ctr"/>
          <a:lstStyle/>
          <a:p>
            <a:endParaRPr lang="en-US"/>
          </a:p>
        </p:txBody>
      </p:sp>
      <p:sp>
        <p:nvSpPr>
          <p:cNvPr id="13" name="Freeform: Shape 12">
            <a:extLst>
              <a:ext uri="{FF2B5EF4-FFF2-40B4-BE49-F238E27FC236}">
                <a16:creationId xmlns:a16="http://schemas.microsoft.com/office/drawing/2014/main" id="{E24EC5CE-10F8-EF9B-3B0C-A5562BBF83A7}"/>
              </a:ext>
            </a:extLst>
          </p:cNvPr>
          <p:cNvSpPr/>
          <p:nvPr/>
        </p:nvSpPr>
        <p:spPr>
          <a:xfrm>
            <a:off x="5205264" y="5605875"/>
            <a:ext cx="774176" cy="774176"/>
          </a:xfrm>
          <a:custGeom>
            <a:avLst/>
            <a:gdLst>
              <a:gd name="connsiteX0" fmla="*/ 773722 w 774176"/>
              <a:gd name="connsiteY0" fmla="*/ 386873 h 774176"/>
              <a:gd name="connsiteX1" fmla="*/ 386634 w 774176"/>
              <a:gd name="connsiteY1" fmla="*/ 773961 h 774176"/>
              <a:gd name="connsiteX2" fmla="*/ -455 w 774176"/>
              <a:gd name="connsiteY2" fmla="*/ 386873 h 774176"/>
              <a:gd name="connsiteX3" fmla="*/ 386634 w 774176"/>
              <a:gd name="connsiteY3" fmla="*/ -216 h 774176"/>
              <a:gd name="connsiteX4" fmla="*/ 773722 w 774176"/>
              <a:gd name="connsiteY4" fmla="*/ 386873 h 77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176" h="774176">
                <a:moveTo>
                  <a:pt x="773722" y="386873"/>
                </a:moveTo>
                <a:cubicBezTo>
                  <a:pt x="773722" y="600654"/>
                  <a:pt x="600401" y="773961"/>
                  <a:pt x="386634" y="773961"/>
                </a:cubicBezTo>
                <a:cubicBezTo>
                  <a:pt x="172867" y="773961"/>
                  <a:pt x="-455" y="600654"/>
                  <a:pt x="-455" y="386873"/>
                </a:cubicBezTo>
                <a:cubicBezTo>
                  <a:pt x="-455" y="173091"/>
                  <a:pt x="172867" y="-216"/>
                  <a:pt x="386634" y="-216"/>
                </a:cubicBezTo>
                <a:cubicBezTo>
                  <a:pt x="600365" y="-97"/>
                  <a:pt x="773614" y="173138"/>
                  <a:pt x="773722" y="386873"/>
                </a:cubicBezTo>
                <a:close/>
              </a:path>
            </a:pathLst>
          </a:custGeom>
          <a:solidFill>
            <a:schemeClr val="bg1"/>
          </a:solidFill>
          <a:ln w="3612" cap="flat">
            <a:noFill/>
            <a:prstDash val="solid"/>
            <a:miter/>
          </a:ln>
          <a:effectLst>
            <a:outerShdw blurRad="63500" sx="102000" sy="102000" algn="ctr" rotWithShape="0">
              <a:prstClr val="black">
                <a:alpha val="20000"/>
              </a:prstClr>
            </a:outerShdw>
          </a:effectLst>
        </p:spPr>
        <p:txBody>
          <a:bodyPr rtlCol="0" anchor="ctr"/>
          <a:lstStyle/>
          <a:p>
            <a:endParaRPr lang="en-US"/>
          </a:p>
        </p:txBody>
      </p:sp>
      <p:pic>
        <p:nvPicPr>
          <p:cNvPr id="16" name="Picture 15" descr="A black background with a black square&#10;&#10;Description automatically generated with medium confidence">
            <a:extLst>
              <a:ext uri="{FF2B5EF4-FFF2-40B4-BE49-F238E27FC236}">
                <a16:creationId xmlns:a16="http://schemas.microsoft.com/office/drawing/2014/main" id="{F2A592CF-CA9C-8E05-3FF7-B3413091A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867" y="604333"/>
            <a:ext cx="488969" cy="488969"/>
          </a:xfrm>
          <a:prstGeom prst="rect">
            <a:avLst/>
          </a:prstGeom>
        </p:spPr>
      </p:pic>
      <p:pic>
        <p:nvPicPr>
          <p:cNvPr id="17" name="Picture 16" descr="A black background with a black square&#10;&#10;Description automatically generated with medium confidence">
            <a:extLst>
              <a:ext uri="{FF2B5EF4-FFF2-40B4-BE49-F238E27FC236}">
                <a16:creationId xmlns:a16="http://schemas.microsoft.com/office/drawing/2014/main" id="{ACD0663B-2A89-3636-9167-08A743A924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1107" y="1665351"/>
            <a:ext cx="487648" cy="487648"/>
          </a:xfrm>
          <a:prstGeom prst="rect">
            <a:avLst/>
          </a:prstGeom>
        </p:spPr>
      </p:pic>
      <p:pic>
        <p:nvPicPr>
          <p:cNvPr id="18" name="Picture 17" descr="A black background with a black square&#10;&#10;Description automatically generated with medium confidence">
            <a:extLst>
              <a:ext uri="{FF2B5EF4-FFF2-40B4-BE49-F238E27FC236}">
                <a16:creationId xmlns:a16="http://schemas.microsoft.com/office/drawing/2014/main" id="{85093A08-3A72-7A28-AD88-715CBD96BE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7228" y="2674007"/>
            <a:ext cx="499608" cy="499608"/>
          </a:xfrm>
          <a:prstGeom prst="rect">
            <a:avLst/>
          </a:prstGeom>
        </p:spPr>
      </p:pic>
      <p:sp>
        <p:nvSpPr>
          <p:cNvPr id="34" name="Oval 33">
            <a:extLst>
              <a:ext uri="{FF2B5EF4-FFF2-40B4-BE49-F238E27FC236}">
                <a16:creationId xmlns:a16="http://schemas.microsoft.com/office/drawing/2014/main" id="{F21B690E-B819-A8D8-4189-123B2A3F3BF6}"/>
              </a:ext>
            </a:extLst>
          </p:cNvPr>
          <p:cNvSpPr/>
          <p:nvPr/>
        </p:nvSpPr>
        <p:spPr>
          <a:xfrm>
            <a:off x="623341" y="1766936"/>
            <a:ext cx="3536831" cy="3137447"/>
          </a:xfrm>
          <a:prstGeom prst="ellipse">
            <a:avLst/>
          </a:prstGeom>
          <a:solidFill>
            <a:schemeClr val="bg1">
              <a:lumMod val="85000"/>
            </a:schemeClr>
          </a:solidFill>
          <a:ln>
            <a:solidFill>
              <a:schemeClr val="bg1">
                <a:lumMod val="85000"/>
              </a:schemeClr>
            </a:solidFill>
          </a:ln>
        </p:spPr>
        <p:style>
          <a:lnRef idx="2">
            <a:schemeClr val="dk1"/>
          </a:lnRef>
          <a:fillRef idx="1003">
            <a:schemeClr val="dk1"/>
          </a:fillRef>
          <a:effectRef idx="0">
            <a:schemeClr val="dk1"/>
          </a:effectRef>
          <a:fontRef idx="minor">
            <a:schemeClr val="dk1"/>
          </a:fontRef>
        </p:style>
        <p:txBody>
          <a:bodyPr rtlCol="0" anchor="ctr"/>
          <a:lstStyle/>
          <a:p>
            <a:pPr algn="ctr"/>
            <a:r>
              <a:rPr lang="en-US" sz="2400" b="1" i="1" dirty="0"/>
              <a:t>HOW DOES THIS PROJECT WORKS?</a:t>
            </a:r>
            <a:endParaRPr lang="en-IN" sz="2400" b="1" i="1" dirty="0"/>
          </a:p>
        </p:txBody>
      </p:sp>
      <p:sp>
        <p:nvSpPr>
          <p:cNvPr id="20" name="Freeform: Shape 19">
            <a:extLst>
              <a:ext uri="{FF2B5EF4-FFF2-40B4-BE49-F238E27FC236}">
                <a16:creationId xmlns:a16="http://schemas.microsoft.com/office/drawing/2014/main" id="{36545F24-6ACF-5FEE-2F0C-E4AEC7187C6A}"/>
              </a:ext>
            </a:extLst>
          </p:cNvPr>
          <p:cNvSpPr/>
          <p:nvPr/>
        </p:nvSpPr>
        <p:spPr>
          <a:xfrm>
            <a:off x="5311229" y="3634001"/>
            <a:ext cx="685455" cy="685455"/>
          </a:xfrm>
          <a:custGeom>
            <a:avLst/>
            <a:gdLst>
              <a:gd name="connsiteX0" fmla="*/ 685455 w 685455"/>
              <a:gd name="connsiteY0" fmla="*/ 342728 h 685455"/>
              <a:gd name="connsiteX1" fmla="*/ 342728 w 685455"/>
              <a:gd name="connsiteY1" fmla="*/ 685455 h 685455"/>
              <a:gd name="connsiteX2" fmla="*/ 0 w 685455"/>
              <a:gd name="connsiteY2" fmla="*/ 342728 h 685455"/>
              <a:gd name="connsiteX3" fmla="*/ 342728 w 685455"/>
              <a:gd name="connsiteY3" fmla="*/ 0 h 685455"/>
              <a:gd name="connsiteX4" fmla="*/ 685455 w 685455"/>
              <a:gd name="connsiteY4" fmla="*/ 342728 h 68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455" h="685455">
                <a:moveTo>
                  <a:pt x="685455" y="342728"/>
                </a:moveTo>
                <a:cubicBezTo>
                  <a:pt x="685455" y="532011"/>
                  <a:pt x="532011" y="685455"/>
                  <a:pt x="342728" y="685455"/>
                </a:cubicBezTo>
                <a:cubicBezTo>
                  <a:pt x="153444" y="685455"/>
                  <a:pt x="0" y="532011"/>
                  <a:pt x="0" y="342728"/>
                </a:cubicBezTo>
                <a:cubicBezTo>
                  <a:pt x="0" y="153444"/>
                  <a:pt x="153444" y="0"/>
                  <a:pt x="342728" y="0"/>
                </a:cubicBezTo>
                <a:cubicBezTo>
                  <a:pt x="532011" y="0"/>
                  <a:pt x="685455" y="153444"/>
                  <a:pt x="685455" y="342728"/>
                </a:cubicBezTo>
                <a:close/>
              </a:path>
            </a:pathLst>
          </a:custGeom>
          <a:solidFill>
            <a:schemeClr val="bg1"/>
          </a:solidFill>
          <a:ln w="4886" cap="flat">
            <a:noFill/>
            <a:prstDash val="solid"/>
            <a:miter/>
          </a:ln>
        </p:spPr>
        <p:txBody>
          <a:bodyPr rtlCol="0" anchor="ctr"/>
          <a:lstStyle/>
          <a:p>
            <a:endParaRPr lang="en-US"/>
          </a:p>
        </p:txBody>
      </p:sp>
      <p:sp>
        <p:nvSpPr>
          <p:cNvPr id="27" name="Oval 26">
            <a:extLst>
              <a:ext uri="{FF2B5EF4-FFF2-40B4-BE49-F238E27FC236}">
                <a16:creationId xmlns:a16="http://schemas.microsoft.com/office/drawing/2014/main" id="{EC5EB4C0-54EE-D8BE-25AB-65D84899AA41}"/>
              </a:ext>
            </a:extLst>
          </p:cNvPr>
          <p:cNvSpPr/>
          <p:nvPr/>
        </p:nvSpPr>
        <p:spPr>
          <a:xfrm>
            <a:off x="2948560" y="1770514"/>
            <a:ext cx="301924" cy="2773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21" name="Picture 20" descr="A black background with a black square&#10;&#10;Description automatically generated with medium confidence">
            <a:extLst>
              <a:ext uri="{FF2B5EF4-FFF2-40B4-BE49-F238E27FC236}">
                <a16:creationId xmlns:a16="http://schemas.microsoft.com/office/drawing/2014/main" id="{D5984F7F-1F31-6E1E-85C5-038D193018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2127" y="3713924"/>
            <a:ext cx="525608" cy="525608"/>
          </a:xfrm>
          <a:prstGeom prst="rect">
            <a:avLst/>
          </a:prstGeom>
        </p:spPr>
      </p:pic>
      <p:pic>
        <p:nvPicPr>
          <p:cNvPr id="23" name="Picture 22" descr="A black background with a black square&#10;&#10;Description automatically generated with medium confidence">
            <a:extLst>
              <a:ext uri="{FF2B5EF4-FFF2-40B4-BE49-F238E27FC236}">
                <a16:creationId xmlns:a16="http://schemas.microsoft.com/office/drawing/2014/main" id="{18D862C7-ACC4-7F4A-1085-070645516B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11652" y="4802798"/>
            <a:ext cx="406557" cy="406557"/>
          </a:xfrm>
          <a:prstGeom prst="rect">
            <a:avLst/>
          </a:prstGeom>
        </p:spPr>
      </p:pic>
      <p:pic>
        <p:nvPicPr>
          <p:cNvPr id="24" name="Picture 23" descr="A black background with a black square&#10;&#10;Description automatically generated with medium confidence">
            <a:extLst>
              <a:ext uri="{FF2B5EF4-FFF2-40B4-BE49-F238E27FC236}">
                <a16:creationId xmlns:a16="http://schemas.microsoft.com/office/drawing/2014/main" id="{A1C4532B-BEA5-A30C-1FEA-64E9235D34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75845" y="5781776"/>
            <a:ext cx="422374" cy="422374"/>
          </a:xfrm>
          <a:prstGeom prst="rect">
            <a:avLst/>
          </a:prstGeom>
        </p:spPr>
      </p:pic>
      <p:sp>
        <p:nvSpPr>
          <p:cNvPr id="28" name="Oval 27">
            <a:extLst>
              <a:ext uri="{FF2B5EF4-FFF2-40B4-BE49-F238E27FC236}">
                <a16:creationId xmlns:a16="http://schemas.microsoft.com/office/drawing/2014/main" id="{957B8172-E51A-20CF-56CD-94FE3C87BC69}"/>
              </a:ext>
            </a:extLst>
          </p:cNvPr>
          <p:cNvSpPr/>
          <p:nvPr/>
        </p:nvSpPr>
        <p:spPr>
          <a:xfrm>
            <a:off x="3519575" y="2129533"/>
            <a:ext cx="319178" cy="30430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9" name="Oval 28">
            <a:extLst>
              <a:ext uri="{FF2B5EF4-FFF2-40B4-BE49-F238E27FC236}">
                <a16:creationId xmlns:a16="http://schemas.microsoft.com/office/drawing/2014/main" id="{68858656-C9F4-8CD5-3503-F8E1F7E7ADD7}"/>
              </a:ext>
            </a:extLst>
          </p:cNvPr>
          <p:cNvSpPr/>
          <p:nvPr/>
        </p:nvSpPr>
        <p:spPr>
          <a:xfrm>
            <a:off x="3917727" y="2616125"/>
            <a:ext cx="293298" cy="30210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1" name="Oval 30">
            <a:extLst>
              <a:ext uri="{FF2B5EF4-FFF2-40B4-BE49-F238E27FC236}">
                <a16:creationId xmlns:a16="http://schemas.microsoft.com/office/drawing/2014/main" id="{820817AC-382E-DF3A-AD09-8C0E481A25D5}"/>
              </a:ext>
            </a:extLst>
          </p:cNvPr>
          <p:cNvSpPr/>
          <p:nvPr/>
        </p:nvSpPr>
        <p:spPr>
          <a:xfrm>
            <a:off x="3515260" y="4239532"/>
            <a:ext cx="293298" cy="28492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2" name="Oval 31">
            <a:extLst>
              <a:ext uri="{FF2B5EF4-FFF2-40B4-BE49-F238E27FC236}">
                <a16:creationId xmlns:a16="http://schemas.microsoft.com/office/drawing/2014/main" id="{62A227DD-8F6A-6D6E-16CF-0983802325E9}"/>
              </a:ext>
            </a:extLst>
          </p:cNvPr>
          <p:cNvSpPr/>
          <p:nvPr/>
        </p:nvSpPr>
        <p:spPr>
          <a:xfrm>
            <a:off x="2957186" y="4615880"/>
            <a:ext cx="293298" cy="28492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3" name="Oval 32">
            <a:extLst>
              <a:ext uri="{FF2B5EF4-FFF2-40B4-BE49-F238E27FC236}">
                <a16:creationId xmlns:a16="http://schemas.microsoft.com/office/drawing/2014/main" id="{24953119-1405-6A6E-8880-23D11732EE8E}"/>
              </a:ext>
            </a:extLst>
          </p:cNvPr>
          <p:cNvSpPr/>
          <p:nvPr/>
        </p:nvSpPr>
        <p:spPr>
          <a:xfrm>
            <a:off x="3883220" y="3748608"/>
            <a:ext cx="319178" cy="30210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36" name="Straight Connector 35">
            <a:extLst>
              <a:ext uri="{FF2B5EF4-FFF2-40B4-BE49-F238E27FC236}">
                <a16:creationId xmlns:a16="http://schemas.microsoft.com/office/drawing/2014/main" id="{E534102F-1EC1-2B85-362A-3494F187BD48}"/>
              </a:ext>
            </a:extLst>
          </p:cNvPr>
          <p:cNvCxnSpPr>
            <a:stCxn id="27" idx="0"/>
          </p:cNvCxnSpPr>
          <p:nvPr/>
        </p:nvCxnSpPr>
        <p:spPr>
          <a:xfrm flipV="1">
            <a:off x="3099522" y="1093302"/>
            <a:ext cx="1343082" cy="6772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C6DD4BD-19CB-279B-1FE8-C84D02718EB2}"/>
              </a:ext>
            </a:extLst>
          </p:cNvPr>
          <p:cNvCxnSpPr/>
          <p:nvPr/>
        </p:nvCxnSpPr>
        <p:spPr>
          <a:xfrm>
            <a:off x="4442604" y="1093302"/>
            <a:ext cx="78523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93EEFAB2-669B-8492-C60A-86E9657EFFF7}"/>
              </a:ext>
            </a:extLst>
          </p:cNvPr>
          <p:cNvCxnSpPr>
            <a:stCxn id="28" idx="7"/>
          </p:cNvCxnSpPr>
          <p:nvPr/>
        </p:nvCxnSpPr>
        <p:spPr>
          <a:xfrm flipV="1">
            <a:off x="3792010" y="1770514"/>
            <a:ext cx="711005" cy="403584"/>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DEB25E81-136A-E13F-A13B-3F4272E68276}"/>
              </a:ext>
            </a:extLst>
          </p:cNvPr>
          <p:cNvCxnSpPr/>
          <p:nvPr/>
        </p:nvCxnSpPr>
        <p:spPr>
          <a:xfrm flipV="1">
            <a:off x="4503015" y="1736753"/>
            <a:ext cx="724828" cy="33761"/>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5374EEFA-0041-1627-7478-5424A9CD72D5}"/>
              </a:ext>
            </a:extLst>
          </p:cNvPr>
          <p:cNvCxnSpPr>
            <a:stCxn id="29" idx="7"/>
          </p:cNvCxnSpPr>
          <p:nvPr/>
        </p:nvCxnSpPr>
        <p:spPr>
          <a:xfrm flipV="1">
            <a:off x="4168073" y="2372264"/>
            <a:ext cx="516070" cy="288103"/>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ACB9AD2D-461F-611B-7A78-11C5EF41B0B5}"/>
              </a:ext>
            </a:extLst>
          </p:cNvPr>
          <p:cNvCxnSpPr/>
          <p:nvPr/>
        </p:nvCxnSpPr>
        <p:spPr>
          <a:xfrm>
            <a:off x="4684143" y="2372264"/>
            <a:ext cx="727509" cy="158879"/>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Connector 51">
            <a:extLst>
              <a:ext uri="{FF2B5EF4-FFF2-40B4-BE49-F238E27FC236}">
                <a16:creationId xmlns:a16="http://schemas.microsoft.com/office/drawing/2014/main" id="{C4F0979C-F864-0EBE-8663-350A07FFF69F}"/>
              </a:ext>
            </a:extLst>
          </p:cNvPr>
          <p:cNvCxnSpPr/>
          <p:nvPr/>
        </p:nvCxnSpPr>
        <p:spPr>
          <a:xfrm>
            <a:off x="3250484" y="4900804"/>
            <a:ext cx="1175624" cy="973785"/>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65D7BFF-935F-DC1C-6C37-F3014CF1ABE3}"/>
              </a:ext>
            </a:extLst>
          </p:cNvPr>
          <p:cNvCxnSpPr>
            <a:cxnSpLocks/>
          </p:cNvCxnSpPr>
          <p:nvPr/>
        </p:nvCxnSpPr>
        <p:spPr>
          <a:xfrm>
            <a:off x="4426108" y="5874589"/>
            <a:ext cx="779156"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7" name="Straight Connector 56">
            <a:extLst>
              <a:ext uri="{FF2B5EF4-FFF2-40B4-BE49-F238E27FC236}">
                <a16:creationId xmlns:a16="http://schemas.microsoft.com/office/drawing/2014/main" id="{5FD5A2EA-1DE1-7E3A-02D1-05A63A563717}"/>
              </a:ext>
            </a:extLst>
          </p:cNvPr>
          <p:cNvCxnSpPr>
            <a:stCxn id="31" idx="5"/>
          </p:cNvCxnSpPr>
          <p:nvPr/>
        </p:nvCxnSpPr>
        <p:spPr>
          <a:xfrm>
            <a:off x="3765606" y="4482730"/>
            <a:ext cx="660502" cy="523346"/>
          </a:xfrm>
          <a:prstGeom prst="line">
            <a:avLst/>
          </a:prstGeom>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6910BB16-F9F0-5188-05F0-0DFBCFF5F06D}"/>
              </a:ext>
            </a:extLst>
          </p:cNvPr>
          <p:cNvCxnSpPr>
            <a:cxnSpLocks/>
            <a:endCxn id="12" idx="2"/>
          </p:cNvCxnSpPr>
          <p:nvPr/>
        </p:nvCxnSpPr>
        <p:spPr>
          <a:xfrm flipV="1">
            <a:off x="4442604" y="4971210"/>
            <a:ext cx="762205" cy="34759"/>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3FC2378B-1C79-8555-2AEC-EEAE8BD6D941}"/>
              </a:ext>
            </a:extLst>
          </p:cNvPr>
          <p:cNvCxnSpPr/>
          <p:nvPr/>
        </p:nvCxnSpPr>
        <p:spPr>
          <a:xfrm>
            <a:off x="4168073" y="4050714"/>
            <a:ext cx="447059" cy="331280"/>
          </a:xfrm>
          <a:prstGeom prst="line">
            <a:avLst/>
          </a:prstGeom>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D8C26F08-73CC-632E-7983-84FB3F83E2DC}"/>
              </a:ext>
            </a:extLst>
          </p:cNvPr>
          <p:cNvCxnSpPr>
            <a:cxnSpLocks/>
          </p:cNvCxnSpPr>
          <p:nvPr/>
        </p:nvCxnSpPr>
        <p:spPr>
          <a:xfrm flipV="1">
            <a:off x="4573659" y="4207409"/>
            <a:ext cx="740639" cy="195327"/>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7" name="Arrow: Pentagon 66">
            <a:extLst>
              <a:ext uri="{FF2B5EF4-FFF2-40B4-BE49-F238E27FC236}">
                <a16:creationId xmlns:a16="http://schemas.microsoft.com/office/drawing/2014/main" id="{A78E4992-F9BA-8752-B768-1A54DE192883}"/>
              </a:ext>
            </a:extLst>
          </p:cNvPr>
          <p:cNvSpPr/>
          <p:nvPr/>
        </p:nvSpPr>
        <p:spPr>
          <a:xfrm>
            <a:off x="6096000" y="604333"/>
            <a:ext cx="4281577" cy="647792"/>
          </a:xfrm>
          <a:prstGeom prst="homePlate">
            <a:avLst/>
          </a:prstGeom>
          <a:effectLst>
            <a:glow rad="139700">
              <a:schemeClr val="accent5">
                <a:satMod val="175000"/>
                <a:alpha val="40000"/>
              </a:schemeClr>
            </a:glow>
            <a:outerShdw blurRad="63500" dist="25400" dir="5400000" algn="ctr" rotWithShape="0">
              <a:srgbClr val="000000">
                <a:alpha val="69000"/>
              </a:srgb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dirty="0"/>
              <a:t>DEVELOP YOUTH ORGANIZATION</a:t>
            </a:r>
            <a:endParaRPr lang="en-IN" dirty="0"/>
          </a:p>
        </p:txBody>
      </p:sp>
      <p:sp>
        <p:nvSpPr>
          <p:cNvPr id="68" name="Arrow: Pentagon 67">
            <a:extLst>
              <a:ext uri="{FF2B5EF4-FFF2-40B4-BE49-F238E27FC236}">
                <a16:creationId xmlns:a16="http://schemas.microsoft.com/office/drawing/2014/main" id="{78236AA1-5A83-11EE-4750-53EDE06BC4D3}"/>
              </a:ext>
            </a:extLst>
          </p:cNvPr>
          <p:cNvSpPr/>
          <p:nvPr/>
        </p:nvSpPr>
        <p:spPr>
          <a:xfrm>
            <a:off x="6185140" y="1665351"/>
            <a:ext cx="4263417" cy="647792"/>
          </a:xfrm>
          <a:prstGeom prst="homePlate">
            <a:avLst/>
          </a:prstGeom>
          <a:effectLst>
            <a:glow rad="139700">
              <a:schemeClr val="accent5">
                <a:satMod val="175000"/>
                <a:alpha val="40000"/>
              </a:schemeClr>
            </a:glow>
            <a:outerShdw blurRad="63500" dist="25400" dir="5400000" algn="ctr" rotWithShape="0">
              <a:srgbClr val="000000">
                <a:alpha val="69000"/>
              </a:srgb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dirty="0"/>
              <a:t>COLLECTING FUNDS FROM TRUST FOR VARIOUS PURPOSES</a:t>
            </a:r>
            <a:endParaRPr lang="en-IN" dirty="0"/>
          </a:p>
        </p:txBody>
      </p:sp>
      <p:sp>
        <p:nvSpPr>
          <p:cNvPr id="69" name="Arrow: Pentagon 68">
            <a:extLst>
              <a:ext uri="{FF2B5EF4-FFF2-40B4-BE49-F238E27FC236}">
                <a16:creationId xmlns:a16="http://schemas.microsoft.com/office/drawing/2014/main" id="{B328BA2C-B6E0-66F6-C7F1-D86086E83C15}"/>
              </a:ext>
            </a:extLst>
          </p:cNvPr>
          <p:cNvSpPr/>
          <p:nvPr/>
        </p:nvSpPr>
        <p:spPr>
          <a:xfrm>
            <a:off x="6185140" y="2616125"/>
            <a:ext cx="4263417" cy="689194"/>
          </a:xfrm>
          <a:prstGeom prst="homePlate">
            <a:avLst/>
          </a:prstGeom>
          <a:effectLst>
            <a:glow rad="139700">
              <a:schemeClr val="accent5">
                <a:satMod val="175000"/>
                <a:alpha val="40000"/>
              </a:schemeClr>
            </a:glow>
            <a:outerShdw blurRad="63500" dist="25400" dir="5400000" algn="ctr" rotWithShape="0">
              <a:srgbClr val="000000">
                <a:alpha val="69000"/>
              </a:srgb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dirty="0"/>
              <a:t>COLLECTING STUDENT'S DETAILS IN DATABASE</a:t>
            </a:r>
            <a:endParaRPr lang="en-IN" dirty="0"/>
          </a:p>
        </p:txBody>
      </p:sp>
      <p:sp>
        <p:nvSpPr>
          <p:cNvPr id="70" name="Arrow: Pentagon 69">
            <a:extLst>
              <a:ext uri="{FF2B5EF4-FFF2-40B4-BE49-F238E27FC236}">
                <a16:creationId xmlns:a16="http://schemas.microsoft.com/office/drawing/2014/main" id="{3019FD4F-FC28-5AB9-51A1-556E69258DF8}"/>
              </a:ext>
            </a:extLst>
          </p:cNvPr>
          <p:cNvSpPr/>
          <p:nvPr/>
        </p:nvSpPr>
        <p:spPr>
          <a:xfrm>
            <a:off x="6228271" y="3616048"/>
            <a:ext cx="4177153" cy="668070"/>
          </a:xfrm>
          <a:prstGeom prst="homePlate">
            <a:avLst/>
          </a:prstGeom>
          <a:effectLst>
            <a:glow rad="139700">
              <a:schemeClr val="accent5">
                <a:satMod val="175000"/>
                <a:alpha val="40000"/>
              </a:schemeClr>
            </a:glow>
            <a:outerShdw blurRad="63500" dist="25400" dir="5400000" algn="ctr" rotWithShape="0">
              <a:srgbClr val="000000">
                <a:alpha val="69000"/>
              </a:srgb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dirty="0"/>
              <a:t>STUDENT-VOLUNTEER INTERACTION</a:t>
            </a:r>
            <a:endParaRPr lang="en-IN" dirty="0"/>
          </a:p>
        </p:txBody>
      </p:sp>
      <p:sp>
        <p:nvSpPr>
          <p:cNvPr id="71" name="Arrow: Pentagon 70">
            <a:extLst>
              <a:ext uri="{FF2B5EF4-FFF2-40B4-BE49-F238E27FC236}">
                <a16:creationId xmlns:a16="http://schemas.microsoft.com/office/drawing/2014/main" id="{06C9FAF3-455E-0388-DF38-A89DB0684B1F}"/>
              </a:ext>
            </a:extLst>
          </p:cNvPr>
          <p:cNvSpPr/>
          <p:nvPr/>
        </p:nvSpPr>
        <p:spPr>
          <a:xfrm>
            <a:off x="6185140" y="4744403"/>
            <a:ext cx="4177153" cy="689194"/>
          </a:xfrm>
          <a:prstGeom prst="homePlate">
            <a:avLst/>
          </a:prstGeom>
          <a:effectLst>
            <a:glow rad="228600">
              <a:schemeClr val="accent5">
                <a:satMod val="175000"/>
                <a:alpha val="40000"/>
              </a:schemeClr>
            </a:glow>
            <a:outerShdw blurRad="63500" dist="25400" dir="5400000" algn="ctr" rotWithShape="0">
              <a:srgbClr val="000000">
                <a:alpha val="69000"/>
              </a:srgb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dirty="0"/>
              <a:t>EXPLANATION ON HOW TO ACCESS EDULIFE APP</a:t>
            </a:r>
            <a:endParaRPr lang="en-IN" dirty="0"/>
          </a:p>
        </p:txBody>
      </p:sp>
      <p:sp>
        <p:nvSpPr>
          <p:cNvPr id="72" name="Arrow: Pentagon 71">
            <a:extLst>
              <a:ext uri="{FF2B5EF4-FFF2-40B4-BE49-F238E27FC236}">
                <a16:creationId xmlns:a16="http://schemas.microsoft.com/office/drawing/2014/main" id="{FFED1D14-882C-5800-7FB3-DD82B5D54F2C}"/>
              </a:ext>
            </a:extLst>
          </p:cNvPr>
          <p:cNvSpPr/>
          <p:nvPr/>
        </p:nvSpPr>
        <p:spPr>
          <a:xfrm>
            <a:off x="6212561" y="5679221"/>
            <a:ext cx="4149731" cy="700830"/>
          </a:xfrm>
          <a:prstGeom prst="homePlate">
            <a:avLst/>
          </a:prstGeom>
          <a:effectLst>
            <a:glow rad="101600">
              <a:schemeClr val="accent5">
                <a:alpha val="60000"/>
              </a:schemeClr>
            </a:glow>
            <a:outerShdw blurRad="63500" dist="25400" dir="5400000" algn="ctr" rotWithShape="0">
              <a:srgbClr val="000000">
                <a:alpha val="69000"/>
              </a:srgb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US" dirty="0"/>
              <a:t>PERFORMANCE EVALUATION</a:t>
            </a:r>
            <a:endParaRPr lang="en-IN" dirty="0"/>
          </a:p>
        </p:txBody>
      </p:sp>
    </p:spTree>
    <p:extLst>
      <p:ext uri="{BB962C8B-B14F-4D97-AF65-F5344CB8AC3E}">
        <p14:creationId xmlns:p14="http://schemas.microsoft.com/office/powerpoint/2010/main" val="540460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people sitting at a table&#10;&#10;Description automatically generated">
            <a:extLst>
              <a:ext uri="{FF2B5EF4-FFF2-40B4-BE49-F238E27FC236}">
                <a16:creationId xmlns:a16="http://schemas.microsoft.com/office/drawing/2014/main" id="{DC9BD6E1-248C-9C9E-DCB3-CE43783146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09" y="1250830"/>
            <a:ext cx="4353395" cy="4140678"/>
          </a:xfrm>
          <a:prstGeom prst="rect">
            <a:avLst/>
          </a:prstGeom>
        </p:spPr>
      </p:pic>
      <p:sp>
        <p:nvSpPr>
          <p:cNvPr id="6" name="TextBox 5">
            <a:extLst>
              <a:ext uri="{FF2B5EF4-FFF2-40B4-BE49-F238E27FC236}">
                <a16:creationId xmlns:a16="http://schemas.microsoft.com/office/drawing/2014/main" id="{1DF91ADE-E6FE-6305-2409-148F5F55400C}"/>
              </a:ext>
            </a:extLst>
          </p:cNvPr>
          <p:cNvSpPr txBox="1"/>
          <p:nvPr/>
        </p:nvSpPr>
        <p:spPr>
          <a:xfrm>
            <a:off x="4511615" y="483079"/>
            <a:ext cx="7522165" cy="5355312"/>
          </a:xfrm>
          <a:prstGeom prst="rect">
            <a:avLst/>
          </a:prstGeom>
          <a:noFill/>
        </p:spPr>
        <p:txBody>
          <a:bodyPr wrap="square" rtlCol="0">
            <a:spAutoFit/>
          </a:bodyPr>
          <a:lstStyle/>
          <a:p>
            <a:r>
              <a:rPr lang="en-IN" b="1" dirty="0">
                <a:highlight>
                  <a:srgbClr val="FFFF00"/>
                </a:highlight>
              </a:rPr>
              <a:t>STEP1: </a:t>
            </a:r>
            <a:r>
              <a:rPr lang="en-IN" dirty="0"/>
              <a:t>Creating awareness about the new project and gathering  youth volunteers to form an organisation.</a:t>
            </a:r>
          </a:p>
          <a:p>
            <a:endParaRPr lang="en-IN" dirty="0"/>
          </a:p>
          <a:p>
            <a:r>
              <a:rPr lang="en-IN" b="1" dirty="0">
                <a:highlight>
                  <a:srgbClr val="FFFF00"/>
                </a:highlight>
              </a:rPr>
              <a:t>STEP2</a:t>
            </a:r>
            <a:r>
              <a:rPr lang="en-IN" dirty="0">
                <a:highlight>
                  <a:srgbClr val="FFFF00"/>
                </a:highlight>
              </a:rPr>
              <a:t>: </a:t>
            </a:r>
            <a:r>
              <a:rPr lang="en-IN" dirty="0"/>
              <a:t>We’ll flash a toll-free number so that any student who is facing problem as we mentioned above can contact us, our volunteers will receive the call and feed the data about the students in a database.</a:t>
            </a:r>
          </a:p>
          <a:p>
            <a:r>
              <a:rPr lang="en-IN" dirty="0"/>
              <a:t> </a:t>
            </a:r>
          </a:p>
          <a:p>
            <a:r>
              <a:rPr lang="en-IN" b="1" dirty="0">
                <a:highlight>
                  <a:srgbClr val="FFFF00"/>
                </a:highlight>
              </a:rPr>
              <a:t>STEP3</a:t>
            </a:r>
            <a:r>
              <a:rPr lang="en-IN" dirty="0">
                <a:highlight>
                  <a:srgbClr val="FFFF00"/>
                </a:highlight>
              </a:rPr>
              <a:t>: </a:t>
            </a:r>
            <a:r>
              <a:rPr lang="en-IN" dirty="0"/>
              <a:t>After collecting information , each student will be supported by a volunteer.</a:t>
            </a:r>
          </a:p>
          <a:p>
            <a:r>
              <a:rPr lang="en-IN" dirty="0"/>
              <a:t>The Volunteer will perform the following actions:</a:t>
            </a:r>
          </a:p>
          <a:p>
            <a:pPr marL="285750" indent="-285750">
              <a:buFont typeface="Wingdings" panose="05000000000000000000" pitchFamily="2" charset="2"/>
              <a:buChar char="ü"/>
            </a:pPr>
            <a:r>
              <a:rPr lang="en-IN" dirty="0"/>
              <a:t>Reach out the student in need,</a:t>
            </a:r>
          </a:p>
          <a:p>
            <a:pPr marL="285750" indent="-285750">
              <a:buFont typeface="Wingdings" panose="05000000000000000000" pitchFamily="2" charset="2"/>
              <a:buChar char="ü"/>
            </a:pPr>
            <a:r>
              <a:rPr lang="en-IN" dirty="0"/>
              <a:t>Will come to know about the pain points, his/her area of interest ,</a:t>
            </a:r>
          </a:p>
          <a:p>
            <a:pPr marL="285750" indent="-285750">
              <a:buFont typeface="Wingdings" panose="05000000000000000000" pitchFamily="2" charset="2"/>
              <a:buChar char="ü"/>
            </a:pPr>
            <a:r>
              <a:rPr lang="en-IN" dirty="0"/>
              <a:t>Will be helpful in always of supporting the student,</a:t>
            </a:r>
          </a:p>
          <a:p>
            <a:pPr marL="285750" indent="-285750">
              <a:buFont typeface="Wingdings" panose="05000000000000000000" pitchFamily="2" charset="2"/>
              <a:buChar char="ü"/>
            </a:pPr>
            <a:r>
              <a:rPr lang="en-IN" dirty="0"/>
              <a:t>Explain about various solutions through our app “EDULIFE”,</a:t>
            </a:r>
          </a:p>
          <a:p>
            <a:pPr marL="285750" indent="-285750">
              <a:buFont typeface="Wingdings" panose="05000000000000000000" pitchFamily="2" charset="2"/>
              <a:buChar char="ü"/>
            </a:pPr>
            <a:r>
              <a:rPr lang="en-IN" dirty="0"/>
              <a:t>How to access and utilize the app efficiently,</a:t>
            </a:r>
          </a:p>
          <a:p>
            <a:pPr marL="285750" indent="-285750">
              <a:buFont typeface="Wingdings" panose="05000000000000000000" pitchFamily="2" charset="2"/>
              <a:buChar char="ü"/>
            </a:pPr>
            <a:r>
              <a:rPr lang="en-IN" dirty="0"/>
              <a:t>If so, there are any queries ,further explanation is provided.</a:t>
            </a:r>
          </a:p>
          <a:p>
            <a:endParaRPr lang="en-IN" dirty="0"/>
          </a:p>
          <a:p>
            <a:r>
              <a:rPr lang="en-IN" b="1" dirty="0">
                <a:highlight>
                  <a:srgbClr val="FFFF00"/>
                </a:highlight>
              </a:rPr>
              <a:t>STEP4</a:t>
            </a:r>
            <a:r>
              <a:rPr lang="en-IN" dirty="0">
                <a:highlight>
                  <a:srgbClr val="FFFF00"/>
                </a:highlight>
              </a:rPr>
              <a:t>: </a:t>
            </a:r>
            <a:r>
              <a:rPr lang="en-IN" dirty="0"/>
              <a:t>Monthly performance evaluation will be conducted to record the observations whether further improvements are required for the app.</a:t>
            </a:r>
          </a:p>
        </p:txBody>
      </p:sp>
    </p:spTree>
    <p:extLst>
      <p:ext uri="{BB962C8B-B14F-4D97-AF65-F5344CB8AC3E}">
        <p14:creationId xmlns:p14="http://schemas.microsoft.com/office/powerpoint/2010/main" val="2097576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FA59DA-1AEE-2469-9611-BC73FF01C971}"/>
              </a:ext>
            </a:extLst>
          </p:cNvPr>
          <p:cNvSpPr txBox="1"/>
          <p:nvPr/>
        </p:nvSpPr>
        <p:spPr>
          <a:xfrm>
            <a:off x="1354347" y="672860"/>
            <a:ext cx="6176514" cy="523220"/>
          </a:xfrm>
          <a:prstGeom prst="rect">
            <a:avLst/>
          </a:prstGeom>
          <a:noFill/>
        </p:spPr>
        <p:txBody>
          <a:bodyPr wrap="square" rtlCol="0">
            <a:spAutoFit/>
          </a:bodyPr>
          <a:lstStyle/>
          <a:p>
            <a:r>
              <a:rPr lang="en-IN" sz="2000" dirty="0">
                <a:latin typeface="ADLaM Display" panose="02010000000000000000" pitchFamily="2" charset="0"/>
                <a:ea typeface="ADLaM Display" panose="02010000000000000000" pitchFamily="2" charset="0"/>
                <a:cs typeface="ADLaM Display" panose="02010000000000000000" pitchFamily="2" charset="0"/>
              </a:rPr>
              <a:t>ABOUT OUR NEW LAUNCH:  </a:t>
            </a:r>
            <a:r>
              <a:rPr lang="en-IN" sz="2800" dirty="0">
                <a:latin typeface="ADLaM Display" panose="02010000000000000000" pitchFamily="2" charset="0"/>
                <a:ea typeface="ADLaM Display" panose="02010000000000000000" pitchFamily="2" charset="0"/>
                <a:cs typeface="ADLaM Display" panose="02010000000000000000" pitchFamily="2" charset="0"/>
              </a:rPr>
              <a:t>EDULIFE</a:t>
            </a:r>
            <a:endParaRPr lang="en-IN" sz="20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Flowchart: Punched Tape 5">
            <a:extLst>
              <a:ext uri="{FF2B5EF4-FFF2-40B4-BE49-F238E27FC236}">
                <a16:creationId xmlns:a16="http://schemas.microsoft.com/office/drawing/2014/main" id="{8F6B77F6-191B-211C-4144-C6BA70879CD1}"/>
              </a:ext>
            </a:extLst>
          </p:cNvPr>
          <p:cNvSpPr/>
          <p:nvPr/>
        </p:nvSpPr>
        <p:spPr>
          <a:xfrm>
            <a:off x="1017917" y="1328468"/>
            <a:ext cx="7099540" cy="2613803"/>
          </a:xfrm>
          <a:prstGeom prst="flowChartPunchedTape">
            <a:avLst/>
          </a:prstGeom>
          <a:effectLst>
            <a:glow rad="139700">
              <a:schemeClr val="accent4">
                <a:satMod val="175000"/>
                <a:alpha val="40000"/>
              </a:schemeClr>
            </a:glow>
            <a:outerShdw blurRad="63500" dist="25400" dir="5400000" algn="ctr" rotWithShape="0">
              <a:srgbClr val="000000">
                <a:alpha val="69000"/>
              </a:srgbClr>
            </a:outerShdw>
          </a:effectLst>
        </p:spPr>
        <p:style>
          <a:lnRef idx="0">
            <a:schemeClr val="dk1"/>
          </a:lnRef>
          <a:fillRef idx="3">
            <a:schemeClr val="dk1"/>
          </a:fillRef>
          <a:effectRef idx="3">
            <a:schemeClr val="dk1"/>
          </a:effectRef>
          <a:fontRef idx="minor">
            <a:schemeClr val="lt1"/>
          </a:fontRef>
        </p:style>
        <p:txBody>
          <a:bodyPr rtlCol="0" anchor="ctr"/>
          <a:lstStyle/>
          <a:p>
            <a:pPr algn="ctr"/>
            <a:r>
              <a:rPr lang="en-IN" dirty="0"/>
              <a:t>This app mainly focuses on the well-being of a student who’s struggling to manage their education career along with personal life added constraints(medical stability, financial crisis, time management, accessibility to resources etc..,)</a:t>
            </a:r>
          </a:p>
        </p:txBody>
      </p:sp>
      <p:sp>
        <p:nvSpPr>
          <p:cNvPr id="7" name="Flowchart: Punched Tape 6">
            <a:extLst>
              <a:ext uri="{FF2B5EF4-FFF2-40B4-BE49-F238E27FC236}">
                <a16:creationId xmlns:a16="http://schemas.microsoft.com/office/drawing/2014/main" id="{4EFFD64C-26B2-96A3-74FD-F2A4D62B320F}"/>
              </a:ext>
            </a:extLst>
          </p:cNvPr>
          <p:cNvSpPr/>
          <p:nvPr/>
        </p:nvSpPr>
        <p:spPr>
          <a:xfrm>
            <a:off x="914401" y="3761118"/>
            <a:ext cx="7341078" cy="2849952"/>
          </a:xfrm>
          <a:prstGeom prst="flowChartPunchedTape">
            <a:avLst/>
          </a:prstGeom>
          <a:effectLst>
            <a:glow rad="139700">
              <a:schemeClr val="accent4">
                <a:satMod val="175000"/>
                <a:alpha val="40000"/>
              </a:schemeClr>
            </a:glow>
            <a:outerShdw blurRad="63500" dist="25400" dir="5400000" algn="ctr" rotWithShape="0">
              <a:srgbClr val="000000">
                <a:alpha val="69000"/>
              </a:srgbClr>
            </a:outerShdw>
          </a:effectLst>
        </p:spPr>
        <p:style>
          <a:lnRef idx="0">
            <a:schemeClr val="dk1"/>
          </a:lnRef>
          <a:fillRef idx="3">
            <a:schemeClr val="dk1"/>
          </a:fillRef>
          <a:effectRef idx="3">
            <a:schemeClr val="dk1"/>
          </a:effectRef>
          <a:fontRef idx="minor">
            <a:schemeClr val="lt1"/>
          </a:fontRef>
        </p:style>
        <p:txBody>
          <a:bodyPr rtlCol="0" anchor="ctr"/>
          <a:lstStyle/>
          <a:p>
            <a:pPr algn="ctr"/>
            <a:endParaRPr lang="en-IN" dirty="0"/>
          </a:p>
          <a:p>
            <a:pPr algn="ctr"/>
            <a:r>
              <a:rPr lang="en-IN" dirty="0"/>
              <a:t>Our organization is tied up with necessary trusts(educational institution, medical institution, fund raisers).By this, we’ll be able to help the student by</a:t>
            </a:r>
          </a:p>
          <a:p>
            <a:pPr marL="342900" indent="-342900" algn="ctr">
              <a:buFont typeface="+mj-lt"/>
              <a:buAutoNum type="alphaLcParenR"/>
            </a:pPr>
            <a:r>
              <a:rPr lang="en-IN" dirty="0"/>
              <a:t>Setting remainders-Time management</a:t>
            </a:r>
          </a:p>
          <a:p>
            <a:pPr marL="342900" indent="-342900" algn="ctr">
              <a:buFont typeface="+mj-lt"/>
              <a:buAutoNum type="alphaLcParenR"/>
            </a:pPr>
            <a:r>
              <a:rPr lang="en-IN" dirty="0"/>
              <a:t>Educational resources(available online sources)</a:t>
            </a:r>
          </a:p>
          <a:p>
            <a:pPr marL="342900" indent="-342900" algn="ctr">
              <a:buFont typeface="+mj-lt"/>
              <a:buAutoNum type="alphaLcParenR"/>
            </a:pPr>
            <a:r>
              <a:rPr lang="en-IN" dirty="0"/>
              <a:t>Yoga and exercises that helps to maintain the mental stability</a:t>
            </a:r>
          </a:p>
          <a:p>
            <a:pPr marL="342900" indent="-342900" algn="ctr">
              <a:buFont typeface="+mj-lt"/>
              <a:buAutoNum type="alphaLcParenR"/>
            </a:pPr>
            <a:r>
              <a:rPr lang="en-IN" dirty="0"/>
              <a:t>Also, fun activities remainders, additional sport facilities are also provided</a:t>
            </a:r>
          </a:p>
          <a:p>
            <a:pPr marL="342900" indent="-342900" algn="ctr">
              <a:buFont typeface="+mj-lt"/>
              <a:buAutoNum type="alphaLcParenR"/>
            </a:pPr>
            <a:endParaRPr lang="en-IN" dirty="0"/>
          </a:p>
        </p:txBody>
      </p:sp>
      <p:pic>
        <p:nvPicPr>
          <p:cNvPr id="9" name="Picture 8" descr="A logo of a tree and a child reading a book&#10;&#10;Description automatically generated">
            <a:extLst>
              <a:ext uri="{FF2B5EF4-FFF2-40B4-BE49-F238E27FC236}">
                <a16:creationId xmlns:a16="http://schemas.microsoft.com/office/drawing/2014/main" id="{57DE0D54-3BA5-2A68-5E39-18F9F74D39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8673" y="2298310"/>
            <a:ext cx="2534962" cy="2066656"/>
          </a:xfrm>
          <a:prstGeom prst="rect">
            <a:avLst/>
          </a:prstGeom>
        </p:spPr>
      </p:pic>
    </p:spTree>
    <p:extLst>
      <p:ext uri="{BB962C8B-B14F-4D97-AF65-F5344CB8AC3E}">
        <p14:creationId xmlns:p14="http://schemas.microsoft.com/office/powerpoint/2010/main" val="86166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7B7CAB-1C7B-9EDB-87DE-DFF88EC8E907}"/>
              </a:ext>
            </a:extLst>
          </p:cNvPr>
          <p:cNvSpPr txBox="1"/>
          <p:nvPr/>
        </p:nvSpPr>
        <p:spPr>
          <a:xfrm>
            <a:off x="448574" y="983411"/>
            <a:ext cx="10783019" cy="923330"/>
          </a:xfrm>
          <a:prstGeom prst="rect">
            <a:avLst/>
          </a:prstGeom>
          <a:noFill/>
        </p:spPr>
        <p:txBody>
          <a:bodyPr wrap="square" rtlCol="0">
            <a:spAutoFit/>
          </a:bodyPr>
          <a:lstStyle/>
          <a:p>
            <a:r>
              <a:rPr lang="en-IN" dirty="0"/>
              <a:t>         </a:t>
            </a:r>
            <a:r>
              <a:rPr lang="en-IN" dirty="0">
                <a:latin typeface="Aharoni" panose="02010803020104030203" pitchFamily="2" charset="-79"/>
                <a:cs typeface="Aharoni" panose="02010803020104030203" pitchFamily="2" charset="-79"/>
              </a:rPr>
              <a:t>Our EDULIFE app have the following sections such as the Courses, Emotional 	Support,Guidance,Scholarship</a:t>
            </a:r>
            <a:r>
              <a:rPr lang="en-IN" dirty="0"/>
              <a:t>.</a:t>
            </a:r>
          </a:p>
          <a:p>
            <a:endParaRPr lang="en-IN" dirty="0"/>
          </a:p>
        </p:txBody>
      </p:sp>
      <p:sp>
        <p:nvSpPr>
          <p:cNvPr id="3" name="Rectangle 2">
            <a:extLst>
              <a:ext uri="{FF2B5EF4-FFF2-40B4-BE49-F238E27FC236}">
                <a16:creationId xmlns:a16="http://schemas.microsoft.com/office/drawing/2014/main" id="{45652D78-C681-49E8-BA5E-A813BBA1B093}"/>
              </a:ext>
            </a:extLst>
          </p:cNvPr>
          <p:cNvSpPr/>
          <p:nvPr/>
        </p:nvSpPr>
        <p:spPr>
          <a:xfrm>
            <a:off x="615350" y="1794293"/>
            <a:ext cx="2363637" cy="4261449"/>
          </a:xfrm>
          <a:prstGeom prst="rect">
            <a:avLst/>
          </a:prstGeom>
          <a:ln w="12700">
            <a:solidFill>
              <a:schemeClr val="accent5">
                <a:lumMod val="60000"/>
                <a:lumOff val="40000"/>
              </a:schemeClr>
            </a:solidFill>
          </a:ln>
          <a:effectLst>
            <a:glow rad="101600">
              <a:schemeClr val="accent4">
                <a:satMod val="175000"/>
                <a:alpha val="40000"/>
              </a:schemeClr>
            </a:glow>
            <a:outerShdw blurRad="63500" dist="25400" dir="5400000" algn="ctr" rotWithShape="0">
              <a:srgbClr val="000000">
                <a:alpha val="69000"/>
              </a:srgbClr>
            </a:outerShdw>
          </a:effectLst>
        </p:spPr>
        <p:style>
          <a:lnRef idx="0">
            <a:schemeClr val="accent6"/>
          </a:lnRef>
          <a:fillRef idx="3">
            <a:schemeClr val="accent6"/>
          </a:fillRef>
          <a:effectRef idx="3">
            <a:schemeClr val="accent6"/>
          </a:effectRef>
          <a:fontRef idx="minor">
            <a:schemeClr val="lt1"/>
          </a:fontRef>
        </p:style>
        <p:txBody>
          <a:bodyPr rtlCol="0" anchor="ctr"/>
          <a:lstStyle/>
          <a:p>
            <a:pPr algn="just"/>
            <a:r>
              <a:rPr lang="en-IN" dirty="0"/>
              <a:t>         </a:t>
            </a:r>
            <a:r>
              <a:rPr lang="en-IN" b="1" dirty="0">
                <a:solidFill>
                  <a:schemeClr val="accent4">
                    <a:lumMod val="50000"/>
                  </a:schemeClr>
                </a:solidFill>
                <a:latin typeface="ADLaM Display" panose="02010000000000000000" pitchFamily="2" charset="0"/>
                <a:ea typeface="ADLaM Display" panose="02010000000000000000" pitchFamily="2" charset="0"/>
                <a:cs typeface="ADLaM Display" panose="02010000000000000000" pitchFamily="2" charset="0"/>
              </a:rPr>
              <a:t>COURSES</a:t>
            </a:r>
          </a:p>
          <a:p>
            <a:pPr algn="ctr"/>
            <a:r>
              <a:rPr lang="en-IN" dirty="0"/>
              <a:t>We have given a wide variety of trending technologies,</a:t>
            </a:r>
          </a:p>
          <a:p>
            <a:pPr algn="ctr"/>
            <a:r>
              <a:rPr lang="en-IN" dirty="0"/>
              <a:t>programming      languages for the students to explore…We’ll further add the updates if needed. </a:t>
            </a:r>
          </a:p>
        </p:txBody>
      </p:sp>
      <p:sp>
        <p:nvSpPr>
          <p:cNvPr id="4" name="Rectangle 3">
            <a:extLst>
              <a:ext uri="{FF2B5EF4-FFF2-40B4-BE49-F238E27FC236}">
                <a16:creationId xmlns:a16="http://schemas.microsoft.com/office/drawing/2014/main" id="{6B512F0F-F86F-1091-588B-358119CC2518}"/>
              </a:ext>
            </a:extLst>
          </p:cNvPr>
          <p:cNvSpPr/>
          <p:nvPr/>
        </p:nvSpPr>
        <p:spPr>
          <a:xfrm>
            <a:off x="3325482" y="1794292"/>
            <a:ext cx="2363637" cy="4261449"/>
          </a:xfrm>
          <a:prstGeom prst="rect">
            <a:avLst/>
          </a:prstGeom>
          <a:ln>
            <a:solidFill>
              <a:schemeClr val="accent5">
                <a:lumMod val="60000"/>
                <a:lumOff val="40000"/>
              </a:schemeClr>
            </a:solidFill>
          </a:ln>
          <a:effectLst>
            <a:glow rad="101600">
              <a:schemeClr val="accent4">
                <a:satMod val="175000"/>
                <a:alpha val="40000"/>
              </a:schemeClr>
            </a:glow>
            <a:outerShdw blurRad="63500" dist="25400" dir="5400000" algn="ctr" rotWithShape="0">
              <a:srgbClr val="000000">
                <a:alpha val="69000"/>
              </a:srgbClr>
            </a:outerShdw>
          </a:effectLst>
        </p:spPr>
        <p:style>
          <a:lnRef idx="0">
            <a:schemeClr val="accent6"/>
          </a:lnRef>
          <a:fillRef idx="3">
            <a:schemeClr val="accent6"/>
          </a:fillRef>
          <a:effectRef idx="3">
            <a:schemeClr val="accent6"/>
          </a:effectRef>
          <a:fontRef idx="minor">
            <a:schemeClr val="lt1"/>
          </a:fontRef>
        </p:style>
        <p:txBody>
          <a:bodyPr rtlCol="0" anchor="ctr"/>
          <a:lstStyle/>
          <a:p>
            <a:r>
              <a:rPr lang="en-IN" b="1" dirty="0">
                <a:solidFill>
                  <a:schemeClr val="accent4">
                    <a:lumMod val="50000"/>
                  </a:schemeClr>
                </a:solidFill>
                <a:latin typeface="ADLaM Display" panose="02010000000000000000" pitchFamily="2" charset="0"/>
                <a:ea typeface="ADLaM Display" panose="02010000000000000000" pitchFamily="2" charset="0"/>
                <a:cs typeface="ADLaM Display" panose="02010000000000000000" pitchFamily="2" charset="0"/>
              </a:rPr>
              <a:t>      EMOTIONAL            	SUPPORT</a:t>
            </a:r>
          </a:p>
          <a:p>
            <a:pPr algn="ctr"/>
            <a:r>
              <a:rPr lang="en-IN" dirty="0"/>
              <a:t>Students should take break while they’re studying, for which we have inculcated some yoga and breathing games to keep them engaging.</a:t>
            </a:r>
          </a:p>
        </p:txBody>
      </p:sp>
      <p:sp>
        <p:nvSpPr>
          <p:cNvPr id="5" name="Rectangle 4">
            <a:extLst>
              <a:ext uri="{FF2B5EF4-FFF2-40B4-BE49-F238E27FC236}">
                <a16:creationId xmlns:a16="http://schemas.microsoft.com/office/drawing/2014/main" id="{D235D672-2B0A-BC3D-9DD5-D62BC6042C9E}"/>
              </a:ext>
            </a:extLst>
          </p:cNvPr>
          <p:cNvSpPr/>
          <p:nvPr/>
        </p:nvSpPr>
        <p:spPr>
          <a:xfrm>
            <a:off x="6003266" y="1794291"/>
            <a:ext cx="2363637" cy="4261449"/>
          </a:xfrm>
          <a:prstGeom prst="rect">
            <a:avLst/>
          </a:prstGeom>
          <a:ln>
            <a:solidFill>
              <a:schemeClr val="accent5">
                <a:lumMod val="60000"/>
                <a:lumOff val="40000"/>
              </a:schemeClr>
            </a:solidFill>
          </a:ln>
          <a:effectLst>
            <a:glow rad="101600">
              <a:schemeClr val="accent4">
                <a:satMod val="175000"/>
                <a:alpha val="40000"/>
              </a:schemeClr>
            </a:glow>
            <a:outerShdw blurRad="63500" dist="25400" dir="5400000" algn="ctr" rotWithShape="0">
              <a:srgbClr val="000000">
                <a:alpha val="69000"/>
              </a:srgbClr>
            </a:outerShdw>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en-IN" b="1" dirty="0">
                <a:solidFill>
                  <a:schemeClr val="accent4">
                    <a:lumMod val="50000"/>
                  </a:schemeClr>
                </a:solidFill>
                <a:latin typeface="ADLaM Display" panose="02010000000000000000" pitchFamily="2" charset="0"/>
                <a:ea typeface="ADLaM Display" panose="02010000000000000000" pitchFamily="2" charset="0"/>
                <a:cs typeface="ADLaM Display" panose="02010000000000000000" pitchFamily="2" charset="0"/>
              </a:rPr>
              <a:t>GUIDANCE</a:t>
            </a:r>
          </a:p>
          <a:p>
            <a:pPr algn="ctr"/>
            <a:r>
              <a:rPr lang="en-IN" dirty="0"/>
              <a:t>To find their interest in which career they want to opt, here we placed certain cards related to specific fields so that they can look into them and finally decide what to be chosen.</a:t>
            </a:r>
          </a:p>
          <a:p>
            <a:pPr algn="ctr"/>
            <a:endParaRPr lang="en-IN" dirty="0"/>
          </a:p>
        </p:txBody>
      </p:sp>
      <p:sp>
        <p:nvSpPr>
          <p:cNvPr id="6" name="Rectangle 5">
            <a:extLst>
              <a:ext uri="{FF2B5EF4-FFF2-40B4-BE49-F238E27FC236}">
                <a16:creationId xmlns:a16="http://schemas.microsoft.com/office/drawing/2014/main" id="{EC25B7E9-C10C-7CFC-3AE7-6245C8241804}"/>
              </a:ext>
            </a:extLst>
          </p:cNvPr>
          <p:cNvSpPr/>
          <p:nvPr/>
        </p:nvSpPr>
        <p:spPr>
          <a:xfrm>
            <a:off x="8681050" y="1794292"/>
            <a:ext cx="2363637" cy="4261449"/>
          </a:xfrm>
          <a:prstGeom prst="rect">
            <a:avLst/>
          </a:prstGeom>
          <a:ln>
            <a:solidFill>
              <a:schemeClr val="accent5">
                <a:lumMod val="60000"/>
                <a:lumOff val="40000"/>
              </a:schemeClr>
            </a:solidFill>
          </a:ln>
          <a:effectLst>
            <a:glow rad="101600">
              <a:schemeClr val="accent5">
                <a:satMod val="175000"/>
                <a:alpha val="40000"/>
              </a:schemeClr>
            </a:glow>
            <a:outerShdw blurRad="63500" dist="25400" dir="5400000" algn="ctr" rotWithShape="0">
              <a:srgbClr val="000000">
                <a:alpha val="69000"/>
              </a:srgbClr>
            </a:outerShdw>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en-IN" b="1" dirty="0">
                <a:solidFill>
                  <a:schemeClr val="accent4">
                    <a:lumMod val="50000"/>
                  </a:schemeClr>
                </a:solidFill>
                <a:latin typeface="ADLaM Display" panose="02010000000000000000" pitchFamily="2" charset="0"/>
                <a:ea typeface="ADLaM Display" panose="02010000000000000000" pitchFamily="2" charset="0"/>
                <a:cs typeface="ADLaM Display" panose="02010000000000000000" pitchFamily="2" charset="0"/>
              </a:rPr>
              <a:t>SCHOLARSHIP</a:t>
            </a:r>
          </a:p>
          <a:p>
            <a:pPr algn="ctr"/>
            <a:r>
              <a:rPr lang="en-IN" dirty="0"/>
              <a:t>TO support their career further financially, we've listed the scholarships provided by both government and private sectors for the students especially for women education.</a:t>
            </a:r>
          </a:p>
        </p:txBody>
      </p:sp>
    </p:spTree>
    <p:extLst>
      <p:ext uri="{BB962C8B-B14F-4D97-AF65-F5344CB8AC3E}">
        <p14:creationId xmlns:p14="http://schemas.microsoft.com/office/powerpoint/2010/main" val="3908326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2">
            <a:extLst>
              <a:ext uri="{FF2B5EF4-FFF2-40B4-BE49-F238E27FC236}">
                <a16:creationId xmlns:a16="http://schemas.microsoft.com/office/drawing/2014/main" id="{A73A457E-A4B1-0298-A926-28CA3DFC8937}"/>
              </a:ext>
            </a:extLst>
          </p:cNvPr>
          <p:cNvGrpSpPr/>
          <p:nvPr/>
        </p:nvGrpSpPr>
        <p:grpSpPr>
          <a:xfrm>
            <a:off x="987061" y="246185"/>
            <a:ext cx="10382553" cy="6365630"/>
            <a:chOff x="0" y="0"/>
            <a:chExt cx="23005033" cy="12157065"/>
          </a:xfrm>
        </p:grpSpPr>
        <p:pic>
          <p:nvPicPr>
            <p:cNvPr id="32" name="Picture 3">
              <a:extLst>
                <a:ext uri="{FF2B5EF4-FFF2-40B4-BE49-F238E27FC236}">
                  <a16:creationId xmlns:a16="http://schemas.microsoft.com/office/drawing/2014/main" id="{9ED0A08D-A471-11F9-A7F5-07FF7CAA0D68}"/>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6760969" y="0"/>
              <a:ext cx="2891870" cy="2689439"/>
            </a:xfrm>
            <a:prstGeom prst="rect">
              <a:avLst/>
            </a:prstGeom>
          </p:spPr>
        </p:pic>
        <p:pic>
          <p:nvPicPr>
            <p:cNvPr id="33" name="Picture 4">
              <a:extLst>
                <a:ext uri="{FF2B5EF4-FFF2-40B4-BE49-F238E27FC236}">
                  <a16:creationId xmlns:a16="http://schemas.microsoft.com/office/drawing/2014/main" id="{C30DAC99-69DD-7174-1DAE-3D5F8A6070E9}"/>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6760969" y="3155875"/>
              <a:ext cx="2891870" cy="2689439"/>
            </a:xfrm>
            <a:prstGeom prst="rect">
              <a:avLst/>
            </a:prstGeom>
          </p:spPr>
        </p:pic>
        <p:pic>
          <p:nvPicPr>
            <p:cNvPr id="34" name="Picture 5">
              <a:extLst>
                <a:ext uri="{FF2B5EF4-FFF2-40B4-BE49-F238E27FC236}">
                  <a16:creationId xmlns:a16="http://schemas.microsoft.com/office/drawing/2014/main" id="{7DE4E08A-2585-103C-F324-41BD18B86CF3}"/>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6760969" y="6311751"/>
              <a:ext cx="2891870" cy="2689439"/>
            </a:xfrm>
            <a:prstGeom prst="rect">
              <a:avLst/>
            </a:prstGeom>
          </p:spPr>
        </p:pic>
        <p:pic>
          <p:nvPicPr>
            <p:cNvPr id="35" name="Picture 6">
              <a:extLst>
                <a:ext uri="{FF2B5EF4-FFF2-40B4-BE49-F238E27FC236}">
                  <a16:creationId xmlns:a16="http://schemas.microsoft.com/office/drawing/2014/main" id="{8766A93D-8EA3-4E76-85A8-8E08AE8906E0}"/>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6760969" y="9467626"/>
              <a:ext cx="2891870" cy="2689439"/>
            </a:xfrm>
            <a:prstGeom prst="rect">
              <a:avLst/>
            </a:prstGeom>
          </p:spPr>
        </p:pic>
        <p:pic>
          <p:nvPicPr>
            <p:cNvPr id="36" name="Picture 7">
              <a:extLst>
                <a:ext uri="{FF2B5EF4-FFF2-40B4-BE49-F238E27FC236}">
                  <a16:creationId xmlns:a16="http://schemas.microsoft.com/office/drawing/2014/main" id="{3B6B0EF1-CE6C-0658-DFC2-4F79AC5F043C}"/>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408776" y="0"/>
              <a:ext cx="2891870" cy="2689439"/>
            </a:xfrm>
            <a:prstGeom prst="rect">
              <a:avLst/>
            </a:prstGeom>
          </p:spPr>
        </p:pic>
        <p:pic>
          <p:nvPicPr>
            <p:cNvPr id="37" name="Picture 8">
              <a:extLst>
                <a:ext uri="{FF2B5EF4-FFF2-40B4-BE49-F238E27FC236}">
                  <a16:creationId xmlns:a16="http://schemas.microsoft.com/office/drawing/2014/main" id="{36190918-59E2-A0B0-F88B-91C0B7A7C166}"/>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408776" y="3155875"/>
              <a:ext cx="2891870" cy="2689439"/>
            </a:xfrm>
            <a:prstGeom prst="rect">
              <a:avLst/>
            </a:prstGeom>
          </p:spPr>
        </p:pic>
        <p:pic>
          <p:nvPicPr>
            <p:cNvPr id="38" name="Picture 9">
              <a:extLst>
                <a:ext uri="{FF2B5EF4-FFF2-40B4-BE49-F238E27FC236}">
                  <a16:creationId xmlns:a16="http://schemas.microsoft.com/office/drawing/2014/main" id="{28B0B638-886B-4132-99B5-10C8886D41CD}"/>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408776" y="6311751"/>
              <a:ext cx="2891870" cy="2689439"/>
            </a:xfrm>
            <a:prstGeom prst="rect">
              <a:avLst/>
            </a:prstGeom>
          </p:spPr>
        </p:pic>
        <p:pic>
          <p:nvPicPr>
            <p:cNvPr id="39" name="Picture 10">
              <a:extLst>
                <a:ext uri="{FF2B5EF4-FFF2-40B4-BE49-F238E27FC236}">
                  <a16:creationId xmlns:a16="http://schemas.microsoft.com/office/drawing/2014/main" id="{5C0BB63C-19BE-9D1B-ADCE-5298B2721E60}"/>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408776" y="9467626"/>
              <a:ext cx="2891870" cy="2689439"/>
            </a:xfrm>
            <a:prstGeom prst="rect">
              <a:avLst/>
            </a:prstGeom>
          </p:spPr>
        </p:pic>
        <p:pic>
          <p:nvPicPr>
            <p:cNvPr id="40" name="Picture 11">
              <a:extLst>
                <a:ext uri="{FF2B5EF4-FFF2-40B4-BE49-F238E27FC236}">
                  <a16:creationId xmlns:a16="http://schemas.microsoft.com/office/drawing/2014/main" id="{3B8B64F9-F703-1A4F-BB4F-6441FDE5F29F}"/>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0056582" y="0"/>
              <a:ext cx="2891870" cy="2689439"/>
            </a:xfrm>
            <a:prstGeom prst="rect">
              <a:avLst/>
            </a:prstGeom>
          </p:spPr>
        </p:pic>
        <p:pic>
          <p:nvPicPr>
            <p:cNvPr id="41" name="Picture 12">
              <a:extLst>
                <a:ext uri="{FF2B5EF4-FFF2-40B4-BE49-F238E27FC236}">
                  <a16:creationId xmlns:a16="http://schemas.microsoft.com/office/drawing/2014/main" id="{F17317AD-51BF-DB7B-766E-09F5241F12D9}"/>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0056582" y="3155875"/>
              <a:ext cx="2891870" cy="2689439"/>
            </a:xfrm>
            <a:prstGeom prst="rect">
              <a:avLst/>
            </a:prstGeom>
          </p:spPr>
        </p:pic>
        <p:pic>
          <p:nvPicPr>
            <p:cNvPr id="42" name="Picture 13">
              <a:extLst>
                <a:ext uri="{FF2B5EF4-FFF2-40B4-BE49-F238E27FC236}">
                  <a16:creationId xmlns:a16="http://schemas.microsoft.com/office/drawing/2014/main" id="{E7C98929-5C89-7443-BB54-93D0190B5AD4}"/>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0056582" y="6311751"/>
              <a:ext cx="2891870" cy="2689439"/>
            </a:xfrm>
            <a:prstGeom prst="rect">
              <a:avLst/>
            </a:prstGeom>
          </p:spPr>
        </p:pic>
        <p:pic>
          <p:nvPicPr>
            <p:cNvPr id="43" name="Picture 14">
              <a:extLst>
                <a:ext uri="{FF2B5EF4-FFF2-40B4-BE49-F238E27FC236}">
                  <a16:creationId xmlns:a16="http://schemas.microsoft.com/office/drawing/2014/main" id="{DE61BB38-7F5D-3C8D-ABDE-53D9EC59D7DF}"/>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0056582" y="9467626"/>
              <a:ext cx="2891870" cy="2689439"/>
            </a:xfrm>
            <a:prstGeom prst="rect">
              <a:avLst/>
            </a:prstGeom>
          </p:spPr>
        </p:pic>
        <p:pic>
          <p:nvPicPr>
            <p:cNvPr id="44" name="Picture 15">
              <a:extLst>
                <a:ext uri="{FF2B5EF4-FFF2-40B4-BE49-F238E27FC236}">
                  <a16:creationId xmlns:a16="http://schemas.microsoft.com/office/drawing/2014/main" id="{C4D969F1-B84F-FD53-336A-CEF7D42B8990}"/>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20113163" y="0"/>
              <a:ext cx="2891870" cy="2689439"/>
            </a:xfrm>
            <a:prstGeom prst="rect">
              <a:avLst/>
            </a:prstGeom>
          </p:spPr>
        </p:pic>
        <p:pic>
          <p:nvPicPr>
            <p:cNvPr id="45" name="Picture 16">
              <a:extLst>
                <a:ext uri="{FF2B5EF4-FFF2-40B4-BE49-F238E27FC236}">
                  <a16:creationId xmlns:a16="http://schemas.microsoft.com/office/drawing/2014/main" id="{E277D362-0330-A56D-FC36-11076643850C}"/>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20113163" y="3155875"/>
              <a:ext cx="2891870" cy="2689439"/>
            </a:xfrm>
            <a:prstGeom prst="rect">
              <a:avLst/>
            </a:prstGeom>
          </p:spPr>
        </p:pic>
        <p:pic>
          <p:nvPicPr>
            <p:cNvPr id="46" name="Picture 17">
              <a:extLst>
                <a:ext uri="{FF2B5EF4-FFF2-40B4-BE49-F238E27FC236}">
                  <a16:creationId xmlns:a16="http://schemas.microsoft.com/office/drawing/2014/main" id="{8BC88DB7-BD7B-A500-E96B-42405DED00F5}"/>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20113163" y="6311751"/>
              <a:ext cx="2891870" cy="2689439"/>
            </a:xfrm>
            <a:prstGeom prst="rect">
              <a:avLst/>
            </a:prstGeom>
          </p:spPr>
        </p:pic>
        <p:pic>
          <p:nvPicPr>
            <p:cNvPr id="47" name="Picture 18">
              <a:extLst>
                <a:ext uri="{FF2B5EF4-FFF2-40B4-BE49-F238E27FC236}">
                  <a16:creationId xmlns:a16="http://schemas.microsoft.com/office/drawing/2014/main" id="{274B3C28-E7FC-3AD5-E5CB-87008D979344}"/>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20113163" y="9467626"/>
              <a:ext cx="2891870" cy="2689439"/>
            </a:xfrm>
            <a:prstGeom prst="rect">
              <a:avLst/>
            </a:prstGeom>
          </p:spPr>
        </p:pic>
        <p:pic>
          <p:nvPicPr>
            <p:cNvPr id="48" name="Picture 19">
              <a:extLst>
                <a:ext uri="{FF2B5EF4-FFF2-40B4-BE49-F238E27FC236}">
                  <a16:creationId xmlns:a16="http://schemas.microsoft.com/office/drawing/2014/main" id="{0A35061F-AE37-D55F-DE0A-750F841570F3}"/>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704388" y="0"/>
              <a:ext cx="2891870" cy="2689439"/>
            </a:xfrm>
            <a:prstGeom prst="rect">
              <a:avLst/>
            </a:prstGeom>
          </p:spPr>
        </p:pic>
        <p:pic>
          <p:nvPicPr>
            <p:cNvPr id="49" name="Picture 20">
              <a:extLst>
                <a:ext uri="{FF2B5EF4-FFF2-40B4-BE49-F238E27FC236}">
                  <a16:creationId xmlns:a16="http://schemas.microsoft.com/office/drawing/2014/main" id="{4479C885-FAD0-6005-11CF-B8EF7A751DB1}"/>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704388" y="3155875"/>
              <a:ext cx="2891870" cy="2689439"/>
            </a:xfrm>
            <a:prstGeom prst="rect">
              <a:avLst/>
            </a:prstGeom>
          </p:spPr>
        </p:pic>
        <p:pic>
          <p:nvPicPr>
            <p:cNvPr id="50" name="Picture 21">
              <a:extLst>
                <a:ext uri="{FF2B5EF4-FFF2-40B4-BE49-F238E27FC236}">
                  <a16:creationId xmlns:a16="http://schemas.microsoft.com/office/drawing/2014/main" id="{1B6D414C-F982-2BCD-3D98-33B3A5447431}"/>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704388" y="6311751"/>
              <a:ext cx="2891870" cy="2689439"/>
            </a:xfrm>
            <a:prstGeom prst="rect">
              <a:avLst/>
            </a:prstGeom>
          </p:spPr>
        </p:pic>
        <p:pic>
          <p:nvPicPr>
            <p:cNvPr id="51" name="Picture 22">
              <a:extLst>
                <a:ext uri="{FF2B5EF4-FFF2-40B4-BE49-F238E27FC236}">
                  <a16:creationId xmlns:a16="http://schemas.microsoft.com/office/drawing/2014/main" id="{A85514D4-F6F9-70C4-4A99-99B9E4EEB1DD}"/>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704388" y="9467626"/>
              <a:ext cx="2891870" cy="2689439"/>
            </a:xfrm>
            <a:prstGeom prst="rect">
              <a:avLst/>
            </a:prstGeom>
          </p:spPr>
        </p:pic>
        <p:pic>
          <p:nvPicPr>
            <p:cNvPr id="52" name="Picture 23">
              <a:extLst>
                <a:ext uri="{FF2B5EF4-FFF2-40B4-BE49-F238E27FC236}">
                  <a16:creationId xmlns:a16="http://schemas.microsoft.com/office/drawing/2014/main" id="{3B5FEE92-1E3C-6498-F96E-C7B929F6537F}"/>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3352194" y="0"/>
              <a:ext cx="2891870" cy="2689439"/>
            </a:xfrm>
            <a:prstGeom prst="rect">
              <a:avLst/>
            </a:prstGeom>
          </p:spPr>
        </p:pic>
        <p:pic>
          <p:nvPicPr>
            <p:cNvPr id="53" name="Picture 24">
              <a:extLst>
                <a:ext uri="{FF2B5EF4-FFF2-40B4-BE49-F238E27FC236}">
                  <a16:creationId xmlns:a16="http://schemas.microsoft.com/office/drawing/2014/main" id="{B1FA2048-6547-E5A9-63E8-F3F3FC409F2D}"/>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3352194" y="3155875"/>
              <a:ext cx="2891870" cy="2689439"/>
            </a:xfrm>
            <a:prstGeom prst="rect">
              <a:avLst/>
            </a:prstGeom>
          </p:spPr>
        </p:pic>
        <p:pic>
          <p:nvPicPr>
            <p:cNvPr id="54" name="Picture 25">
              <a:extLst>
                <a:ext uri="{FF2B5EF4-FFF2-40B4-BE49-F238E27FC236}">
                  <a16:creationId xmlns:a16="http://schemas.microsoft.com/office/drawing/2014/main" id="{E27B3B5E-6F8D-D6FB-8DD3-A902BE37E327}"/>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3352194" y="6311751"/>
              <a:ext cx="2891870" cy="2689439"/>
            </a:xfrm>
            <a:prstGeom prst="rect">
              <a:avLst/>
            </a:prstGeom>
          </p:spPr>
        </p:pic>
        <p:pic>
          <p:nvPicPr>
            <p:cNvPr id="55" name="Picture 26">
              <a:extLst>
                <a:ext uri="{FF2B5EF4-FFF2-40B4-BE49-F238E27FC236}">
                  <a16:creationId xmlns:a16="http://schemas.microsoft.com/office/drawing/2014/main" id="{9F681141-E833-3240-FDFC-65A1B6900123}"/>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3352194" y="9467626"/>
              <a:ext cx="2891870" cy="2689439"/>
            </a:xfrm>
            <a:prstGeom prst="rect">
              <a:avLst/>
            </a:prstGeom>
          </p:spPr>
        </p:pic>
        <p:pic>
          <p:nvPicPr>
            <p:cNvPr id="56" name="Picture 27">
              <a:extLst>
                <a:ext uri="{FF2B5EF4-FFF2-40B4-BE49-F238E27FC236}">
                  <a16:creationId xmlns:a16="http://schemas.microsoft.com/office/drawing/2014/main" id="{0E4477D0-5940-8AE6-18D2-E4E498D27B4D}"/>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0" y="0"/>
              <a:ext cx="2891870" cy="2689439"/>
            </a:xfrm>
            <a:prstGeom prst="rect">
              <a:avLst/>
            </a:prstGeom>
          </p:spPr>
        </p:pic>
        <p:pic>
          <p:nvPicPr>
            <p:cNvPr id="57" name="Picture 28">
              <a:extLst>
                <a:ext uri="{FF2B5EF4-FFF2-40B4-BE49-F238E27FC236}">
                  <a16:creationId xmlns:a16="http://schemas.microsoft.com/office/drawing/2014/main" id="{3A79C821-FE41-38FE-BB84-18293E374549}"/>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0" y="3155875"/>
              <a:ext cx="2891870" cy="2689439"/>
            </a:xfrm>
            <a:prstGeom prst="rect">
              <a:avLst/>
            </a:prstGeom>
          </p:spPr>
        </p:pic>
        <p:pic>
          <p:nvPicPr>
            <p:cNvPr id="58" name="Picture 29">
              <a:extLst>
                <a:ext uri="{FF2B5EF4-FFF2-40B4-BE49-F238E27FC236}">
                  <a16:creationId xmlns:a16="http://schemas.microsoft.com/office/drawing/2014/main" id="{211E6F33-3B54-3697-36E4-C57313C80EEB}"/>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0" y="6311751"/>
              <a:ext cx="2891870" cy="2689439"/>
            </a:xfrm>
            <a:prstGeom prst="rect">
              <a:avLst/>
            </a:prstGeom>
          </p:spPr>
        </p:pic>
        <p:pic>
          <p:nvPicPr>
            <p:cNvPr id="59" name="Picture 30">
              <a:extLst>
                <a:ext uri="{FF2B5EF4-FFF2-40B4-BE49-F238E27FC236}">
                  <a16:creationId xmlns:a16="http://schemas.microsoft.com/office/drawing/2014/main" id="{C8C155B0-785A-6F87-358D-56E8AA7172C3}"/>
                </a:ext>
              </a:extLst>
            </p:cNvPr>
            <p:cNvPicPr>
              <a:picLocks noChangeAspect="1"/>
            </p:cNvPicPr>
            <p:nvPr/>
          </p:nvPicPr>
          <p:blipFill>
            <a:blip r:embed="rId2">
              <a:alphaModFix amt="80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0" y="9467626"/>
              <a:ext cx="2891870" cy="2689439"/>
            </a:xfrm>
            <a:prstGeom prst="rect">
              <a:avLst/>
            </a:prstGeom>
          </p:spPr>
        </p:pic>
      </p:grpSp>
      <p:sp>
        <p:nvSpPr>
          <p:cNvPr id="92" name="AutoShape 31">
            <a:extLst>
              <a:ext uri="{FF2B5EF4-FFF2-40B4-BE49-F238E27FC236}">
                <a16:creationId xmlns:a16="http://schemas.microsoft.com/office/drawing/2014/main" id="{40AD1570-89C9-0215-9350-EB69E4F61747}"/>
              </a:ext>
            </a:extLst>
          </p:cNvPr>
          <p:cNvSpPr/>
          <p:nvPr/>
        </p:nvSpPr>
        <p:spPr>
          <a:xfrm>
            <a:off x="4635462" y="1301749"/>
            <a:ext cx="6569476" cy="3961379"/>
          </a:xfrm>
          <a:prstGeom prst="rect">
            <a:avLst/>
          </a:prstGeom>
          <a:solidFill>
            <a:schemeClr val="bg1"/>
          </a:solidFill>
        </p:spPr>
        <p:txBody>
          <a:bodyPr/>
          <a:lstStyle/>
          <a:p>
            <a:endParaRPr lang="en-IN" dirty="0"/>
          </a:p>
        </p:txBody>
      </p:sp>
      <p:pic>
        <p:nvPicPr>
          <p:cNvPr id="91" name="Picture 32">
            <a:extLst>
              <a:ext uri="{FF2B5EF4-FFF2-40B4-BE49-F238E27FC236}">
                <a16:creationId xmlns:a16="http://schemas.microsoft.com/office/drawing/2014/main" id="{6000CB3B-C3B9-36C0-C4F8-2007BF8B3ED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321"/>
          <a:stretch>
            <a:fillRect/>
          </a:stretch>
        </p:blipFill>
        <p:spPr>
          <a:xfrm rot="10799999">
            <a:off x="1188025" y="1067787"/>
            <a:ext cx="4468664" cy="4478191"/>
          </a:xfrm>
          <a:prstGeom prst="rect">
            <a:avLst/>
          </a:prstGeom>
        </p:spPr>
      </p:pic>
      <p:sp>
        <p:nvSpPr>
          <p:cNvPr id="93" name="TextBox 92">
            <a:extLst>
              <a:ext uri="{FF2B5EF4-FFF2-40B4-BE49-F238E27FC236}">
                <a16:creationId xmlns:a16="http://schemas.microsoft.com/office/drawing/2014/main" id="{75C901F7-CD12-0FC3-1DCA-AFABEEFB29E7}"/>
              </a:ext>
            </a:extLst>
          </p:cNvPr>
          <p:cNvSpPr txBox="1"/>
          <p:nvPr/>
        </p:nvSpPr>
        <p:spPr>
          <a:xfrm>
            <a:off x="2026975" y="2405275"/>
            <a:ext cx="2915728" cy="1754326"/>
          </a:xfrm>
          <a:prstGeom prst="rect">
            <a:avLst/>
          </a:prstGeom>
          <a:noFill/>
        </p:spPr>
        <p:txBody>
          <a:bodyPr wrap="square" rtlCol="0">
            <a:spAutoFit/>
          </a:bodyPr>
          <a:lstStyle/>
          <a:p>
            <a:r>
              <a:rPr lang="en-IN" sz="5400" b="1" dirty="0">
                <a:solidFill>
                  <a:schemeClr val="bg1"/>
                </a:solidFill>
              </a:rPr>
              <a:t>PROJECT RECAP</a:t>
            </a:r>
          </a:p>
        </p:txBody>
      </p:sp>
      <p:sp>
        <p:nvSpPr>
          <p:cNvPr id="94" name="TextBox 93">
            <a:extLst>
              <a:ext uri="{FF2B5EF4-FFF2-40B4-BE49-F238E27FC236}">
                <a16:creationId xmlns:a16="http://schemas.microsoft.com/office/drawing/2014/main" id="{D06AB091-056A-03EF-2AC4-B3DADB746553}"/>
              </a:ext>
            </a:extLst>
          </p:cNvPr>
          <p:cNvSpPr txBox="1"/>
          <p:nvPr/>
        </p:nvSpPr>
        <p:spPr>
          <a:xfrm>
            <a:off x="5732652" y="2202430"/>
            <a:ext cx="5222322" cy="2585323"/>
          </a:xfrm>
          <a:prstGeom prst="rect">
            <a:avLst/>
          </a:prstGeom>
          <a:noFill/>
        </p:spPr>
        <p:txBody>
          <a:bodyPr wrap="square" rtlCol="0">
            <a:spAutoFit/>
          </a:bodyPr>
          <a:lstStyle/>
          <a:p>
            <a:r>
              <a:rPr lang="en-IN" dirty="0"/>
              <a:t>We have developed an online platform ‘EDULIFE’ for solving the problem of potential students who have the urge to study, develop their skills and knowledge up-to-date.</a:t>
            </a:r>
          </a:p>
          <a:p>
            <a:endParaRPr lang="en-IN" dirty="0"/>
          </a:p>
          <a:p>
            <a:r>
              <a:rPr lang="en-IN" dirty="0"/>
              <a:t>This website will be transformed into a fully constructed app with more advanced features implemented.</a:t>
            </a:r>
          </a:p>
          <a:p>
            <a:endParaRPr lang="en-IN" dirty="0"/>
          </a:p>
          <a:p>
            <a:endParaRPr lang="en-IN" dirty="0"/>
          </a:p>
        </p:txBody>
      </p:sp>
    </p:spTree>
    <p:extLst>
      <p:ext uri="{BB962C8B-B14F-4D97-AF65-F5344CB8AC3E}">
        <p14:creationId xmlns:p14="http://schemas.microsoft.com/office/powerpoint/2010/main" val="168452177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Droplet</Template>
  <TotalTime>371</TotalTime>
  <Words>617</Words>
  <Application>Microsoft Office PowerPoint</Application>
  <PresentationFormat>Widescreen</PresentationFormat>
  <Paragraphs>61</Paragraphs>
  <Slides>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ADLaM Display</vt:lpstr>
      <vt:lpstr>Aharoni</vt:lpstr>
      <vt:lpstr>Amasis MT Pro Black</vt:lpstr>
      <vt:lpstr>Amasis MT Pro Light</vt:lpstr>
      <vt:lpstr>Aptos ExtraBold</vt:lpstr>
      <vt:lpstr>Arial</vt:lpstr>
      <vt:lpstr>Georgia</vt:lpstr>
      <vt:lpstr>Georgia Pro Cond</vt:lpstr>
      <vt:lpstr>Tw Cen MT</vt:lpstr>
      <vt:lpstr>Wingdings</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Kavithalaya</dc:creator>
  <cp:lastModifiedBy>raagavi venkatesan</cp:lastModifiedBy>
  <cp:revision>11</cp:revision>
  <dcterms:created xsi:type="dcterms:W3CDTF">2021-02-10T07:31:05Z</dcterms:created>
  <dcterms:modified xsi:type="dcterms:W3CDTF">2024-09-15T08:03:57Z</dcterms:modified>
</cp:coreProperties>
</file>